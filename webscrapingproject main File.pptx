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heme/themeOverride1.xml" ContentType="application/vnd.openxmlformats-officedocument.themeOverride+xml"/>
  <Override PartName="/ppt/theme/themeOverride2.xml" ContentType="application/vnd.openxmlformats-officedocument.themeOverr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5"/>
  </p:notesMasterIdLst>
  <p:sldIdLst>
    <p:sldId id="256" r:id="rId2"/>
    <p:sldId id="257" r:id="rId3"/>
    <p:sldId id="260" r:id="rId4"/>
    <p:sldId id="261" r:id="rId5"/>
    <p:sldId id="263" r:id="rId6"/>
    <p:sldId id="264" r:id="rId7"/>
    <p:sldId id="281" r:id="rId8"/>
    <p:sldId id="265" r:id="rId9"/>
    <p:sldId id="271" r:id="rId10"/>
    <p:sldId id="272" r:id="rId11"/>
    <p:sldId id="273" r:id="rId12"/>
    <p:sldId id="274" r:id="rId13"/>
    <p:sldId id="275" r:id="rId14"/>
    <p:sldId id="276" r:id="rId15"/>
    <p:sldId id="262" r:id="rId16"/>
    <p:sldId id="277" r:id="rId17"/>
    <p:sldId id="278" r:id="rId18"/>
    <p:sldId id="279" r:id="rId19"/>
    <p:sldId id="280" r:id="rId20"/>
    <p:sldId id="267" r:id="rId21"/>
    <p:sldId id="268" r:id="rId22"/>
    <p:sldId id="270" r:id="rId23"/>
    <p:sldId id="259" r:id="rId24"/>
  </p:sldIdLst>
  <p:sldSz cx="12192000" cy="6858000"/>
  <p:notesSz cx="6858000" cy="9144000"/>
  <p:embeddedFontLst>
    <p:embeddedFont>
      <p:font typeface="Consolas" panose="020B0609020204030204" pitchFamily="49" charset="0"/>
      <p:regular r:id="rId26"/>
      <p:bold r:id="rId27"/>
      <p:italic r:id="rId28"/>
      <p:boldItalic r:id="rId29"/>
    </p:embeddedFont>
    <p:embeddedFont>
      <p:font typeface="Lato Black" panose="020F0502020204030203" pitchFamily="34" charset="0"/>
      <p:bold r:id="rId30"/>
      <p:boldItalic r:id="rId31"/>
    </p:embeddedFont>
    <p:embeddedFont>
      <p:font typeface="Libre Baskerville" panose="02000000000000000000" pitchFamily="2" charset="0"/>
      <p:regular r:id="rId32"/>
      <p:bold r:id="rId33"/>
      <p: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5" roundtripDataSignature="AMtx7mhnFQsu0qTBRZ+C47HNp0tuHCNko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9"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customschemas.google.com/relationships/presentationmetadata" Target="meta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neeth Reddy" userId="3ba44553f756c6fa" providerId="LiveId" clId="{2ED87C39-E66C-478A-9D3E-4ED31E503A6F}"/>
    <pc:docChg chg="custSel addSld delSld modSld">
      <pc:chgData name="Praneeth Reddy" userId="3ba44553f756c6fa" providerId="LiveId" clId="{2ED87C39-E66C-478A-9D3E-4ED31E503A6F}" dt="2024-08-08T10:45:31.407" v="2303" actId="47"/>
      <pc:docMkLst>
        <pc:docMk/>
      </pc:docMkLst>
      <pc:sldChg chg="modSp mod">
        <pc:chgData name="Praneeth Reddy" userId="3ba44553f756c6fa" providerId="LiveId" clId="{2ED87C39-E66C-478A-9D3E-4ED31E503A6F}" dt="2024-08-02T10:27:54.693" v="1700" actId="14100"/>
        <pc:sldMkLst>
          <pc:docMk/>
          <pc:sldMk cId="0" sldId="256"/>
        </pc:sldMkLst>
        <pc:spChg chg="mod">
          <ac:chgData name="Praneeth Reddy" userId="3ba44553f756c6fa" providerId="LiveId" clId="{2ED87C39-E66C-478A-9D3E-4ED31E503A6F}" dt="2024-08-02T10:27:54.693" v="1700" actId="14100"/>
          <ac:spMkLst>
            <pc:docMk/>
            <pc:sldMk cId="0" sldId="256"/>
            <ac:spMk id="2" creationId="{E8A80B09-5689-1D44-7A5E-60EC1AB178C3}"/>
          </ac:spMkLst>
        </pc:spChg>
      </pc:sldChg>
      <pc:sldChg chg="modSp mod">
        <pc:chgData name="Praneeth Reddy" userId="3ba44553f756c6fa" providerId="LiveId" clId="{2ED87C39-E66C-478A-9D3E-4ED31E503A6F}" dt="2024-08-07T10:26:44.283" v="1882" actId="20577"/>
        <pc:sldMkLst>
          <pc:docMk/>
          <pc:sldMk cId="0" sldId="257"/>
        </pc:sldMkLst>
        <pc:spChg chg="mod">
          <ac:chgData name="Praneeth Reddy" userId="3ba44553f756c6fa" providerId="LiveId" clId="{2ED87C39-E66C-478A-9D3E-4ED31E503A6F}" dt="2024-08-07T10:26:44.283" v="1882" actId="20577"/>
          <ac:spMkLst>
            <pc:docMk/>
            <pc:sldMk cId="0" sldId="257"/>
            <ac:spMk id="104" creationId="{00000000-0000-0000-0000-000000000000}"/>
          </ac:spMkLst>
        </pc:spChg>
      </pc:sldChg>
      <pc:sldChg chg="del">
        <pc:chgData name="Praneeth Reddy" userId="3ba44553f756c6fa" providerId="LiveId" clId="{2ED87C39-E66C-478A-9D3E-4ED31E503A6F}" dt="2024-08-07T10:32:57.892" v="1884" actId="47"/>
        <pc:sldMkLst>
          <pc:docMk/>
          <pc:sldMk cId="0" sldId="258"/>
        </pc:sldMkLst>
      </pc:sldChg>
      <pc:sldChg chg="modSp new mod">
        <pc:chgData name="Praneeth Reddy" userId="3ba44553f756c6fa" providerId="LiveId" clId="{2ED87C39-E66C-478A-9D3E-4ED31E503A6F}" dt="2024-08-07T10:36:56.051" v="1885" actId="207"/>
        <pc:sldMkLst>
          <pc:docMk/>
          <pc:sldMk cId="1528119205" sldId="260"/>
        </pc:sldMkLst>
        <pc:spChg chg="mod">
          <ac:chgData name="Praneeth Reddy" userId="3ba44553f756c6fa" providerId="LiveId" clId="{2ED87C39-E66C-478A-9D3E-4ED31E503A6F}" dt="2024-08-07T10:36:56.051" v="1885" actId="207"/>
          <ac:spMkLst>
            <pc:docMk/>
            <pc:sldMk cId="1528119205" sldId="260"/>
            <ac:spMk id="2" creationId="{3F113AB6-15C4-6BFD-8567-C1D75DF0A460}"/>
          </ac:spMkLst>
        </pc:spChg>
        <pc:spChg chg="mod">
          <ac:chgData name="Praneeth Reddy" userId="3ba44553f756c6fa" providerId="LiveId" clId="{2ED87C39-E66C-478A-9D3E-4ED31E503A6F}" dt="2024-08-02T10:30:09.930" v="1714" actId="2711"/>
          <ac:spMkLst>
            <pc:docMk/>
            <pc:sldMk cId="1528119205" sldId="260"/>
            <ac:spMk id="3" creationId="{DCD99D80-E4F7-72F1-F7F8-76132A97C84A}"/>
          </ac:spMkLst>
        </pc:spChg>
      </pc:sldChg>
      <pc:sldChg chg="modSp new del mod">
        <pc:chgData name="Praneeth Reddy" userId="3ba44553f756c6fa" providerId="LiveId" clId="{2ED87C39-E66C-478A-9D3E-4ED31E503A6F}" dt="2024-08-02T06:27:40.565" v="541" actId="47"/>
        <pc:sldMkLst>
          <pc:docMk/>
          <pc:sldMk cId="14969450" sldId="261"/>
        </pc:sldMkLst>
        <pc:spChg chg="mod">
          <ac:chgData name="Praneeth Reddy" userId="3ba44553f756c6fa" providerId="LiveId" clId="{2ED87C39-E66C-478A-9D3E-4ED31E503A6F}" dt="2024-08-02T06:26:46.295" v="540" actId="20577"/>
          <ac:spMkLst>
            <pc:docMk/>
            <pc:sldMk cId="14969450" sldId="261"/>
            <ac:spMk id="2" creationId="{A4958B70-5BBD-7BAD-4F15-BD767BB9EF8E}"/>
          </ac:spMkLst>
        </pc:spChg>
      </pc:sldChg>
      <pc:sldChg chg="modSp new mod">
        <pc:chgData name="Praneeth Reddy" userId="3ba44553f756c6fa" providerId="LiveId" clId="{2ED87C39-E66C-478A-9D3E-4ED31E503A6F}" dt="2024-08-07T10:39:13.097" v="1904" actId="2711"/>
        <pc:sldMkLst>
          <pc:docMk/>
          <pc:sldMk cId="2279754548" sldId="261"/>
        </pc:sldMkLst>
        <pc:spChg chg="mod">
          <ac:chgData name="Praneeth Reddy" userId="3ba44553f756c6fa" providerId="LiveId" clId="{2ED87C39-E66C-478A-9D3E-4ED31E503A6F}" dt="2024-08-07T10:37:15.618" v="1886" actId="207"/>
          <ac:spMkLst>
            <pc:docMk/>
            <pc:sldMk cId="2279754548" sldId="261"/>
            <ac:spMk id="2" creationId="{D295BDDF-B548-E889-62AA-59D284B1E5BB}"/>
          </ac:spMkLst>
        </pc:spChg>
        <pc:spChg chg="mod">
          <ac:chgData name="Praneeth Reddy" userId="3ba44553f756c6fa" providerId="LiveId" clId="{2ED87C39-E66C-478A-9D3E-4ED31E503A6F}" dt="2024-08-07T10:39:13.097" v="1904" actId="2711"/>
          <ac:spMkLst>
            <pc:docMk/>
            <pc:sldMk cId="2279754548" sldId="261"/>
            <ac:spMk id="3" creationId="{7D444F71-FACA-25D7-AB3F-F98167A024B4}"/>
          </ac:spMkLst>
        </pc:spChg>
      </pc:sldChg>
      <pc:sldChg chg="addSp delSp modSp new mod">
        <pc:chgData name="Praneeth Reddy" userId="3ba44553f756c6fa" providerId="LiveId" clId="{2ED87C39-E66C-478A-9D3E-4ED31E503A6F}" dt="2024-08-07T10:40:32.130" v="1907" actId="1076"/>
        <pc:sldMkLst>
          <pc:docMk/>
          <pc:sldMk cId="1641382899" sldId="262"/>
        </pc:sldMkLst>
        <pc:spChg chg="mod">
          <ac:chgData name="Praneeth Reddy" userId="3ba44553f756c6fa" providerId="LiveId" clId="{2ED87C39-E66C-478A-9D3E-4ED31E503A6F}" dt="2024-08-07T10:37:28.689" v="1887" actId="207"/>
          <ac:spMkLst>
            <pc:docMk/>
            <pc:sldMk cId="1641382899" sldId="262"/>
            <ac:spMk id="2" creationId="{474F2F15-996A-AFE3-3E03-08D23A82DB02}"/>
          </ac:spMkLst>
        </pc:spChg>
        <pc:picChg chg="add del mod">
          <ac:chgData name="Praneeth Reddy" userId="3ba44553f756c6fa" providerId="LiveId" clId="{2ED87C39-E66C-478A-9D3E-4ED31E503A6F}" dt="2024-08-07T10:39:49.336" v="1905" actId="478"/>
          <ac:picMkLst>
            <pc:docMk/>
            <pc:sldMk cId="1641382899" sldId="262"/>
            <ac:picMk id="4" creationId="{824E572E-4D3D-6840-5952-2F56EA4D4904}"/>
          </ac:picMkLst>
        </pc:picChg>
        <pc:picChg chg="add mod">
          <ac:chgData name="Praneeth Reddy" userId="3ba44553f756c6fa" providerId="LiveId" clId="{2ED87C39-E66C-478A-9D3E-4ED31E503A6F}" dt="2024-08-07T10:40:32.130" v="1907" actId="1076"/>
          <ac:picMkLst>
            <pc:docMk/>
            <pc:sldMk cId="1641382899" sldId="262"/>
            <ac:picMk id="5" creationId="{B70E21C6-A5CA-E540-84DA-F0F1A71407C5}"/>
          </ac:picMkLst>
        </pc:picChg>
      </pc:sldChg>
      <pc:sldChg chg="addSp delSp modSp new mod">
        <pc:chgData name="Praneeth Reddy" userId="3ba44553f756c6fa" providerId="LiveId" clId="{2ED87C39-E66C-478A-9D3E-4ED31E503A6F}" dt="2024-08-07T10:43:29.286" v="1921" actId="14100"/>
        <pc:sldMkLst>
          <pc:docMk/>
          <pc:sldMk cId="1174523993" sldId="263"/>
        </pc:sldMkLst>
        <pc:spChg chg="mod">
          <ac:chgData name="Praneeth Reddy" userId="3ba44553f756c6fa" providerId="LiveId" clId="{2ED87C39-E66C-478A-9D3E-4ED31E503A6F}" dt="2024-08-07T10:37:43.750" v="1888" actId="207"/>
          <ac:spMkLst>
            <pc:docMk/>
            <pc:sldMk cId="1174523993" sldId="263"/>
            <ac:spMk id="2" creationId="{BCBC1285-634A-D8E6-503A-26449A2D563E}"/>
          </ac:spMkLst>
        </pc:spChg>
        <pc:picChg chg="add del mod">
          <ac:chgData name="Praneeth Reddy" userId="3ba44553f756c6fa" providerId="LiveId" clId="{2ED87C39-E66C-478A-9D3E-4ED31E503A6F}" dt="2024-08-07T10:42:06.365" v="1914" actId="478"/>
          <ac:picMkLst>
            <pc:docMk/>
            <pc:sldMk cId="1174523993" sldId="263"/>
            <ac:picMk id="4" creationId="{C17EBF3B-8B0C-65BD-A561-50FF8C1EBD7D}"/>
          </ac:picMkLst>
        </pc:picChg>
        <pc:picChg chg="add mod">
          <ac:chgData name="Praneeth Reddy" userId="3ba44553f756c6fa" providerId="LiveId" clId="{2ED87C39-E66C-478A-9D3E-4ED31E503A6F}" dt="2024-08-07T10:42:47.069" v="1917" actId="1076"/>
          <ac:picMkLst>
            <pc:docMk/>
            <pc:sldMk cId="1174523993" sldId="263"/>
            <ac:picMk id="5" creationId="{8AA48AA3-1F16-9AEC-8367-4D6E5F1E6063}"/>
          </ac:picMkLst>
        </pc:picChg>
        <pc:picChg chg="add del mod">
          <ac:chgData name="Praneeth Reddy" userId="3ba44553f756c6fa" providerId="LiveId" clId="{2ED87C39-E66C-478A-9D3E-4ED31E503A6F}" dt="2024-08-07T10:42:08.729" v="1915" actId="478"/>
          <ac:picMkLst>
            <pc:docMk/>
            <pc:sldMk cId="1174523993" sldId="263"/>
            <ac:picMk id="6" creationId="{0866596C-A593-AE76-4615-81CA7958A91A}"/>
          </ac:picMkLst>
        </pc:picChg>
        <pc:picChg chg="add mod">
          <ac:chgData name="Praneeth Reddy" userId="3ba44553f756c6fa" providerId="LiveId" clId="{2ED87C39-E66C-478A-9D3E-4ED31E503A6F}" dt="2024-08-07T10:43:29.286" v="1921" actId="14100"/>
          <ac:picMkLst>
            <pc:docMk/>
            <pc:sldMk cId="1174523993" sldId="263"/>
            <ac:picMk id="8" creationId="{B85CB3F0-397F-3523-84E9-3A0D16BBCE32}"/>
          </ac:picMkLst>
        </pc:picChg>
      </pc:sldChg>
      <pc:sldChg chg="addSp delSp modSp new mod">
        <pc:chgData name="Praneeth Reddy" userId="3ba44553f756c6fa" providerId="LiveId" clId="{2ED87C39-E66C-478A-9D3E-4ED31E503A6F}" dt="2024-08-07T10:41:56.164" v="1913" actId="1076"/>
        <pc:sldMkLst>
          <pc:docMk/>
          <pc:sldMk cId="1900967447" sldId="264"/>
        </pc:sldMkLst>
        <pc:picChg chg="add del mod">
          <ac:chgData name="Praneeth Reddy" userId="3ba44553f756c6fa" providerId="LiveId" clId="{2ED87C39-E66C-478A-9D3E-4ED31E503A6F}" dt="2024-08-07T10:40:42.815" v="1908" actId="478"/>
          <ac:picMkLst>
            <pc:docMk/>
            <pc:sldMk cId="1900967447" sldId="264"/>
            <ac:picMk id="3" creationId="{B61B307C-0326-05E1-B89C-844F120AAE27}"/>
          </ac:picMkLst>
        </pc:picChg>
        <pc:picChg chg="add mod">
          <ac:chgData name="Praneeth Reddy" userId="3ba44553f756c6fa" providerId="LiveId" clId="{2ED87C39-E66C-478A-9D3E-4ED31E503A6F}" dt="2024-08-07T10:41:21.722" v="1911" actId="1076"/>
          <ac:picMkLst>
            <pc:docMk/>
            <pc:sldMk cId="1900967447" sldId="264"/>
            <ac:picMk id="4" creationId="{885B3094-04D3-C6B8-D085-279299E68206}"/>
          </ac:picMkLst>
        </pc:picChg>
        <pc:picChg chg="add del mod">
          <ac:chgData name="Praneeth Reddy" userId="3ba44553f756c6fa" providerId="LiveId" clId="{2ED87C39-E66C-478A-9D3E-4ED31E503A6F}" dt="2024-08-07T10:40:44.818" v="1909" actId="478"/>
          <ac:picMkLst>
            <pc:docMk/>
            <pc:sldMk cId="1900967447" sldId="264"/>
            <ac:picMk id="5" creationId="{AF09B8AC-DD3F-F46F-C5FD-AE81D34EFB8E}"/>
          </ac:picMkLst>
        </pc:picChg>
        <pc:picChg chg="add mod">
          <ac:chgData name="Praneeth Reddy" userId="3ba44553f756c6fa" providerId="LiveId" clId="{2ED87C39-E66C-478A-9D3E-4ED31E503A6F}" dt="2024-08-07T10:41:56.164" v="1913" actId="1076"/>
          <ac:picMkLst>
            <pc:docMk/>
            <pc:sldMk cId="1900967447" sldId="264"/>
            <ac:picMk id="7" creationId="{D939EDCD-0978-1226-4150-960B07F999EF}"/>
          </ac:picMkLst>
        </pc:picChg>
      </pc:sldChg>
      <pc:sldChg chg="addSp modSp new mod">
        <pc:chgData name="Praneeth Reddy" userId="3ba44553f756c6fa" providerId="LiveId" clId="{2ED87C39-E66C-478A-9D3E-4ED31E503A6F}" dt="2024-08-02T10:07:57.303" v="1380" actId="1076"/>
        <pc:sldMkLst>
          <pc:docMk/>
          <pc:sldMk cId="3154108425" sldId="265"/>
        </pc:sldMkLst>
        <pc:picChg chg="add mod">
          <ac:chgData name="Praneeth Reddy" userId="3ba44553f756c6fa" providerId="LiveId" clId="{2ED87C39-E66C-478A-9D3E-4ED31E503A6F}" dt="2024-08-02T10:07:52.469" v="1378" actId="1076"/>
          <ac:picMkLst>
            <pc:docMk/>
            <pc:sldMk cId="3154108425" sldId="265"/>
            <ac:picMk id="3" creationId="{E80DD6CA-59F1-3B3F-823B-3B7A57610B27}"/>
          </ac:picMkLst>
        </pc:picChg>
        <pc:picChg chg="add mod">
          <ac:chgData name="Praneeth Reddy" userId="3ba44553f756c6fa" providerId="LiveId" clId="{2ED87C39-E66C-478A-9D3E-4ED31E503A6F}" dt="2024-08-02T10:07:57.303" v="1380" actId="1076"/>
          <ac:picMkLst>
            <pc:docMk/>
            <pc:sldMk cId="3154108425" sldId="265"/>
            <ac:picMk id="5" creationId="{75C00046-F281-D26C-B542-5924A463148F}"/>
          </ac:picMkLst>
        </pc:picChg>
      </pc:sldChg>
      <pc:sldChg chg="modSp new del mod">
        <pc:chgData name="Praneeth Reddy" userId="3ba44553f756c6fa" providerId="LiveId" clId="{2ED87C39-E66C-478A-9D3E-4ED31E503A6F}" dt="2024-08-02T11:43:53.231" v="1731" actId="47"/>
        <pc:sldMkLst>
          <pc:docMk/>
          <pc:sldMk cId="2405515186" sldId="266"/>
        </pc:sldMkLst>
        <pc:spChg chg="mod">
          <ac:chgData name="Praneeth Reddy" userId="3ba44553f756c6fa" providerId="LiveId" clId="{2ED87C39-E66C-478A-9D3E-4ED31E503A6F}" dt="2024-08-02T10:31:50.503" v="1724" actId="2711"/>
          <ac:spMkLst>
            <pc:docMk/>
            <pc:sldMk cId="2405515186" sldId="266"/>
            <ac:spMk id="2" creationId="{72912733-6EAB-FD29-541F-C5F711966468}"/>
          </ac:spMkLst>
        </pc:spChg>
      </pc:sldChg>
      <pc:sldChg chg="new del">
        <pc:chgData name="Praneeth Reddy" userId="3ba44553f756c6fa" providerId="LiveId" clId="{2ED87C39-E66C-478A-9D3E-4ED31E503A6F}" dt="2024-08-02T10:08:06.116" v="1381" actId="47"/>
        <pc:sldMkLst>
          <pc:docMk/>
          <pc:sldMk cId="3094937936" sldId="266"/>
        </pc:sldMkLst>
      </pc:sldChg>
      <pc:sldChg chg="modSp new mod">
        <pc:chgData name="Praneeth Reddy" userId="3ba44553f756c6fa" providerId="LiveId" clId="{2ED87C39-E66C-478A-9D3E-4ED31E503A6F}" dt="2024-08-07T10:38:05.924" v="1890" actId="207"/>
        <pc:sldMkLst>
          <pc:docMk/>
          <pc:sldMk cId="2582021120" sldId="267"/>
        </pc:sldMkLst>
        <pc:spChg chg="mod">
          <ac:chgData name="Praneeth Reddy" userId="3ba44553f756c6fa" providerId="LiveId" clId="{2ED87C39-E66C-478A-9D3E-4ED31E503A6F}" dt="2024-08-07T10:38:05.924" v="1890" actId="207"/>
          <ac:spMkLst>
            <pc:docMk/>
            <pc:sldMk cId="2582021120" sldId="267"/>
            <ac:spMk id="2" creationId="{FA68939D-7835-4D4B-42C8-27566F4A0380}"/>
          </ac:spMkLst>
        </pc:spChg>
        <pc:spChg chg="mod">
          <ac:chgData name="Praneeth Reddy" userId="3ba44553f756c6fa" providerId="LiveId" clId="{2ED87C39-E66C-478A-9D3E-4ED31E503A6F}" dt="2024-08-02T10:32:15.344" v="1727" actId="113"/>
          <ac:spMkLst>
            <pc:docMk/>
            <pc:sldMk cId="2582021120" sldId="267"/>
            <ac:spMk id="3" creationId="{E0606E9B-38DF-2524-1ACC-0272DC47B164}"/>
          </ac:spMkLst>
        </pc:spChg>
      </pc:sldChg>
      <pc:sldChg chg="addSp delSp modSp new del mod">
        <pc:chgData name="Praneeth Reddy" userId="3ba44553f756c6fa" providerId="LiveId" clId="{2ED87C39-E66C-478A-9D3E-4ED31E503A6F}" dt="2024-08-02T10:22:59.592" v="1587" actId="47"/>
        <pc:sldMkLst>
          <pc:docMk/>
          <pc:sldMk cId="894252385" sldId="268"/>
        </pc:sldMkLst>
        <pc:spChg chg="add del mod">
          <ac:chgData name="Praneeth Reddy" userId="3ba44553f756c6fa" providerId="LiveId" clId="{2ED87C39-E66C-478A-9D3E-4ED31E503A6F}" dt="2024-08-02T10:22:54.395" v="1586" actId="478"/>
          <ac:spMkLst>
            <pc:docMk/>
            <pc:sldMk cId="894252385" sldId="268"/>
            <ac:spMk id="3" creationId="{AE900754-3713-88D5-7B27-8489EE3ECFDD}"/>
          </ac:spMkLst>
        </pc:spChg>
      </pc:sldChg>
      <pc:sldChg chg="addSp modSp new mod">
        <pc:chgData name="Praneeth Reddy" userId="3ba44553f756c6fa" providerId="LiveId" clId="{2ED87C39-E66C-478A-9D3E-4ED31E503A6F}" dt="2024-08-07T10:38:14.249" v="1891" actId="207"/>
        <pc:sldMkLst>
          <pc:docMk/>
          <pc:sldMk cId="2884200202" sldId="268"/>
        </pc:sldMkLst>
        <pc:spChg chg="mod">
          <ac:chgData name="Praneeth Reddy" userId="3ba44553f756c6fa" providerId="LiveId" clId="{2ED87C39-E66C-478A-9D3E-4ED31E503A6F}" dt="2024-08-07T10:38:14.249" v="1891" actId="207"/>
          <ac:spMkLst>
            <pc:docMk/>
            <pc:sldMk cId="2884200202" sldId="268"/>
            <ac:spMk id="2" creationId="{3FA2FBE7-F43D-C2BE-42F7-9B4DAC3D4C97}"/>
          </ac:spMkLst>
        </pc:spChg>
        <pc:spChg chg="add mod">
          <ac:chgData name="Praneeth Reddy" userId="3ba44553f756c6fa" providerId="LiveId" clId="{2ED87C39-E66C-478A-9D3E-4ED31E503A6F}" dt="2024-08-07T10:27:40.004" v="1883" actId="20577"/>
          <ac:spMkLst>
            <pc:docMk/>
            <pc:sldMk cId="2884200202" sldId="268"/>
            <ac:spMk id="4" creationId="{A904607C-AEFD-3DA5-2692-F9FE88D5D44C}"/>
          </ac:spMkLst>
        </pc:spChg>
      </pc:sldChg>
      <pc:sldChg chg="addSp delSp modSp new del mod">
        <pc:chgData name="Praneeth Reddy" userId="3ba44553f756c6fa" providerId="LiveId" clId="{2ED87C39-E66C-478A-9D3E-4ED31E503A6F}" dt="2024-08-08T10:45:31.407" v="2303" actId="47"/>
        <pc:sldMkLst>
          <pc:docMk/>
          <pc:sldMk cId="110479989" sldId="269"/>
        </pc:sldMkLst>
        <pc:spChg chg="mod">
          <ac:chgData name="Praneeth Reddy" userId="3ba44553f756c6fa" providerId="LiveId" clId="{2ED87C39-E66C-478A-9D3E-4ED31E503A6F}" dt="2024-08-07T10:44:59.291" v="1927" actId="14100"/>
          <ac:spMkLst>
            <pc:docMk/>
            <pc:sldMk cId="110479989" sldId="269"/>
            <ac:spMk id="2" creationId="{E8359670-C31E-A541-A7BD-589C6590E36D}"/>
          </ac:spMkLst>
        </pc:spChg>
        <pc:picChg chg="add del mod">
          <ac:chgData name="Praneeth Reddy" userId="3ba44553f756c6fa" providerId="LiveId" clId="{2ED87C39-E66C-478A-9D3E-4ED31E503A6F}" dt="2024-08-07T10:43:47.889" v="1922" actId="478"/>
          <ac:picMkLst>
            <pc:docMk/>
            <pc:sldMk cId="110479989" sldId="269"/>
            <ac:picMk id="4" creationId="{5EFF7CA0-91EC-CD68-3D27-86D43F82DED0}"/>
          </ac:picMkLst>
        </pc:picChg>
        <pc:picChg chg="add del mod">
          <ac:chgData name="Praneeth Reddy" userId="3ba44553f756c6fa" providerId="LiveId" clId="{2ED87C39-E66C-478A-9D3E-4ED31E503A6F}" dt="2024-08-07T10:45:12.610" v="1928" actId="478"/>
          <ac:picMkLst>
            <pc:docMk/>
            <pc:sldMk cId="110479989" sldId="269"/>
            <ac:picMk id="5" creationId="{C1C25CDB-742E-37C0-C802-2C540066B704}"/>
          </ac:picMkLst>
        </pc:picChg>
        <pc:picChg chg="add del mod">
          <ac:chgData name="Praneeth Reddy" userId="3ba44553f756c6fa" providerId="LiveId" clId="{2ED87C39-E66C-478A-9D3E-4ED31E503A6F}" dt="2024-08-07T10:43:50.138" v="1923" actId="478"/>
          <ac:picMkLst>
            <pc:docMk/>
            <pc:sldMk cId="110479989" sldId="269"/>
            <ac:picMk id="6" creationId="{0F117A95-39DE-FB84-D724-DD0290CE1CF5}"/>
          </ac:picMkLst>
        </pc:picChg>
        <pc:picChg chg="add mod">
          <ac:chgData name="Praneeth Reddy" userId="3ba44553f756c6fa" providerId="LiveId" clId="{2ED87C39-E66C-478A-9D3E-4ED31E503A6F}" dt="2024-08-07T10:45:49.340" v="1930" actId="1076"/>
          <ac:picMkLst>
            <pc:docMk/>
            <pc:sldMk cId="110479989" sldId="269"/>
            <ac:picMk id="8" creationId="{E1D87D6B-8B6D-DAF5-9FC2-BE28D902B899}"/>
          </ac:picMkLst>
        </pc:picChg>
        <pc:picChg chg="add mod">
          <ac:chgData name="Praneeth Reddy" userId="3ba44553f756c6fa" providerId="LiveId" clId="{2ED87C39-E66C-478A-9D3E-4ED31E503A6F}" dt="2024-08-07T10:46:32.411" v="1935" actId="14100"/>
          <ac:picMkLst>
            <pc:docMk/>
            <pc:sldMk cId="110479989" sldId="269"/>
            <ac:picMk id="10" creationId="{0D4B1569-2D35-3C6A-6B17-AFDCDF74031D}"/>
          </ac:picMkLst>
        </pc:picChg>
      </pc:sldChg>
      <pc:sldChg chg="new del">
        <pc:chgData name="Praneeth Reddy" userId="3ba44553f756c6fa" providerId="LiveId" clId="{2ED87C39-E66C-478A-9D3E-4ED31E503A6F}" dt="2024-08-02T11:44:14.333" v="1733" actId="47"/>
        <pc:sldMkLst>
          <pc:docMk/>
          <pc:sldMk cId="1967147829" sldId="269"/>
        </pc:sldMkLst>
      </pc:sldChg>
      <pc:sldChg chg="modSp new mod">
        <pc:chgData name="Praneeth Reddy" userId="3ba44553f756c6fa" providerId="LiveId" clId="{2ED87C39-E66C-478A-9D3E-4ED31E503A6F}" dt="2024-08-07T10:48:03.531" v="2016" actId="20577"/>
        <pc:sldMkLst>
          <pc:docMk/>
          <pc:sldMk cId="1288116348" sldId="270"/>
        </pc:sldMkLst>
        <pc:spChg chg="mod">
          <ac:chgData name="Praneeth Reddy" userId="3ba44553f756c6fa" providerId="LiveId" clId="{2ED87C39-E66C-478A-9D3E-4ED31E503A6F}" dt="2024-08-07T10:48:03.531" v="2016" actId="20577"/>
          <ac:spMkLst>
            <pc:docMk/>
            <pc:sldMk cId="1288116348" sldId="270"/>
            <ac:spMk id="2" creationId="{14BEEA87-0024-49E1-64C8-CE80C098B0A6}"/>
          </ac:spMkLst>
        </pc:spChg>
      </pc:sldChg>
      <pc:sldChg chg="addSp modSp new mod">
        <pc:chgData name="Praneeth Reddy" userId="3ba44553f756c6fa" providerId="LiveId" clId="{2ED87C39-E66C-478A-9D3E-4ED31E503A6F}" dt="2024-08-07T10:54:35.749" v="2023" actId="14100"/>
        <pc:sldMkLst>
          <pc:docMk/>
          <pc:sldMk cId="372715865" sldId="271"/>
        </pc:sldMkLst>
        <pc:picChg chg="add mod">
          <ac:chgData name="Praneeth Reddy" userId="3ba44553f756c6fa" providerId="LiveId" clId="{2ED87C39-E66C-478A-9D3E-4ED31E503A6F}" dt="2024-08-07T10:54:35.749" v="2023" actId="14100"/>
          <ac:picMkLst>
            <pc:docMk/>
            <pc:sldMk cId="372715865" sldId="271"/>
            <ac:picMk id="3" creationId="{CD077362-DEDE-C9B4-956E-1C15544F0738}"/>
          </ac:picMkLst>
        </pc:picChg>
      </pc:sldChg>
      <pc:sldChg chg="new del">
        <pc:chgData name="Praneeth Reddy" userId="3ba44553f756c6fa" providerId="LiveId" clId="{2ED87C39-E66C-478A-9D3E-4ED31E503A6F}" dt="2024-08-08T10:41:06.067" v="2025" actId="47"/>
        <pc:sldMkLst>
          <pc:docMk/>
          <pc:sldMk cId="1090392048" sldId="272"/>
        </pc:sldMkLst>
      </pc:sldChg>
      <pc:sldChg chg="addSp modSp new mod">
        <pc:chgData name="Praneeth Reddy" userId="3ba44553f756c6fa" providerId="LiveId" clId="{2ED87C39-E66C-478A-9D3E-4ED31E503A6F}" dt="2024-08-08T10:45:20.427" v="2302" actId="20577"/>
        <pc:sldMkLst>
          <pc:docMk/>
          <pc:sldMk cId="3221296733" sldId="272"/>
        </pc:sldMkLst>
        <pc:spChg chg="mod">
          <ac:chgData name="Praneeth Reddy" userId="3ba44553f756c6fa" providerId="LiveId" clId="{2ED87C39-E66C-478A-9D3E-4ED31E503A6F}" dt="2024-08-08T10:45:20.427" v="2302" actId="20577"/>
          <ac:spMkLst>
            <pc:docMk/>
            <pc:sldMk cId="3221296733" sldId="272"/>
            <ac:spMk id="2" creationId="{05B22170-A465-39CF-40FD-4C6B358124AE}"/>
          </ac:spMkLst>
        </pc:spChg>
        <pc:picChg chg="add mod">
          <ac:chgData name="Praneeth Reddy" userId="3ba44553f756c6fa" providerId="LiveId" clId="{2ED87C39-E66C-478A-9D3E-4ED31E503A6F}" dt="2024-08-08T10:43:24.627" v="2177" actId="14100"/>
          <ac:picMkLst>
            <pc:docMk/>
            <pc:sldMk cId="3221296733" sldId="272"/>
            <ac:picMk id="4" creationId="{166AD6B2-1409-4F13-49BF-95475302B198}"/>
          </ac:picMkLst>
        </pc:picChg>
        <pc:picChg chg="add mod">
          <ac:chgData name="Praneeth Reddy" userId="3ba44553f756c6fa" providerId="LiveId" clId="{2ED87C39-E66C-478A-9D3E-4ED31E503A6F}" dt="2024-08-08T10:44:00.929" v="2182" actId="1076"/>
          <ac:picMkLst>
            <pc:docMk/>
            <pc:sldMk cId="3221296733" sldId="272"/>
            <ac:picMk id="6" creationId="{6670CA5A-3335-C4A3-58E3-7115656E8A6B}"/>
          </ac:picMkLst>
        </pc:picChg>
      </pc:sldChg>
      <pc:sldMasterChg chg="delSldLayout">
        <pc:chgData name="Praneeth Reddy" userId="3ba44553f756c6fa" providerId="LiveId" clId="{2ED87C39-E66C-478A-9D3E-4ED31E503A6F}" dt="2024-08-08T10:41:06.067" v="2025" actId="47"/>
        <pc:sldMasterMkLst>
          <pc:docMk/>
          <pc:sldMasterMk cId="0" sldId="2147483648"/>
        </pc:sldMasterMkLst>
        <pc:sldLayoutChg chg="del">
          <pc:chgData name="Praneeth Reddy" userId="3ba44553f756c6fa" providerId="LiveId" clId="{2ED87C39-E66C-478A-9D3E-4ED31E503A6F}" dt="2024-08-02T11:44:14.333" v="1733" actId="47"/>
          <pc:sldLayoutMkLst>
            <pc:docMk/>
            <pc:sldMasterMk cId="0" sldId="2147483648"/>
            <pc:sldLayoutMk cId="0" sldId="2147483650"/>
          </pc:sldLayoutMkLst>
        </pc:sldLayoutChg>
        <pc:sldLayoutChg chg="del">
          <pc:chgData name="Praneeth Reddy" userId="3ba44553f756c6fa" providerId="LiveId" clId="{2ED87C39-E66C-478A-9D3E-4ED31E503A6F}" dt="2024-08-08T10:41:06.067" v="2025" actId="47"/>
          <pc:sldLayoutMkLst>
            <pc:docMk/>
            <pc:sldMasterMk cId="0" sldId="2147483648"/>
            <pc:sldLayoutMk cId="0" sldId="2147483654"/>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GB"/>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96" name="Google Shape;9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GB"/>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Calibri"/>
              <a:buNone/>
            </a:pPr>
            <a:endParaRPr/>
          </a:p>
        </p:txBody>
      </p:sp>
      <p:sp>
        <p:nvSpPr>
          <p:cNvPr id="114" name="Google Shape;114;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
        <p:cNvGrpSpPr/>
        <p:nvPr/>
      </p:nvGrpSpPr>
      <p:grpSpPr>
        <a:xfrm>
          <a:off x="0" y="0"/>
          <a:ext cx="0" cy="0"/>
          <a:chOff x="0" y="0"/>
          <a:chExt cx="0" cy="0"/>
        </a:xfrm>
      </p:grpSpPr>
      <p:sp>
        <p:nvSpPr>
          <p:cNvPr id="16" name="Google Shape;16;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20" name="Google Shape;20;p7"/>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8"/>
        <p:cNvGrpSpPr/>
        <p:nvPr/>
      </p:nvGrpSpPr>
      <p:grpSpPr>
        <a:xfrm>
          <a:off x="0" y="0"/>
          <a:ext cx="0" cy="0"/>
          <a:chOff x="0" y="0"/>
          <a:chExt cx="0" cy="0"/>
        </a:xfrm>
      </p:grpSpPr>
      <p:sp>
        <p:nvSpPr>
          <p:cNvPr id="29" name="Google Shape;29;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32" name="Google Shape;32;p9"/>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 name="Google Shape;37;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39" name="Google Shape;39;p10"/>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3" name="Google Shape;43;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46" name="Google Shape;46;p11"/>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5"/>
        <p:cNvGrpSpPr/>
        <p:nvPr/>
      </p:nvGrpSpPr>
      <p:grpSpPr>
        <a:xfrm>
          <a:off x="0" y="0"/>
          <a:ext cx="0" cy="0"/>
          <a:chOff x="0" y="0"/>
          <a:chExt cx="0" cy="0"/>
        </a:xfrm>
      </p:grpSpPr>
      <p:sp>
        <p:nvSpPr>
          <p:cNvPr id="56" name="Google Shape;56;p13"/>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 name="Google Shape;57;p13"/>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8" name="Google Shape;58;p13"/>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9" name="Google Shape;59;p13"/>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0" name="Google Shape;60;p13"/>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1" name="Google Shape;61;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64" name="Google Shape;64;p13"/>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5"/>
        <p:cNvGrpSpPr/>
        <p:nvPr/>
      </p:nvGrpSpPr>
      <p:grpSpPr>
        <a:xfrm>
          <a:off x="0" y="0"/>
          <a:ext cx="0" cy="0"/>
          <a:chOff x="0" y="0"/>
          <a:chExt cx="0" cy="0"/>
        </a:xfrm>
      </p:grpSpPr>
      <p:sp>
        <p:nvSpPr>
          <p:cNvPr id="66" name="Google Shape;66;p1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4"/>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8" name="Google Shape;68;p14"/>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72" name="Google Shape;72;p14"/>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3"/>
        <p:cNvGrpSpPr/>
        <p:nvPr/>
      </p:nvGrpSpPr>
      <p:grpSpPr>
        <a:xfrm>
          <a:off x="0" y="0"/>
          <a:ext cx="0" cy="0"/>
          <a:chOff x="0" y="0"/>
          <a:chExt cx="0" cy="0"/>
        </a:xfrm>
      </p:grpSpPr>
      <p:sp>
        <p:nvSpPr>
          <p:cNvPr id="74" name="Google Shape;74;p1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5" name="Google Shape;75;p15"/>
          <p:cNvSpPr>
            <a:spLocks noGrp="1"/>
          </p:cNvSpPr>
          <p:nvPr>
            <p:ph type="pic" idx="2"/>
          </p:nvPr>
        </p:nvSpPr>
        <p:spPr>
          <a:xfrm>
            <a:off x="5183188" y="987425"/>
            <a:ext cx="6172200" cy="4873625"/>
          </a:xfrm>
          <a:prstGeom prst="rect">
            <a:avLst/>
          </a:prstGeom>
          <a:noFill/>
          <a:ln>
            <a:noFill/>
          </a:ln>
        </p:spPr>
        <p:txBody>
          <a:bodyPr/>
          <a:lstStyle/>
          <a:p>
            <a:endParaRPr lang="en-GB"/>
          </a:p>
        </p:txBody>
      </p:sp>
      <p:sp>
        <p:nvSpPr>
          <p:cNvPr id="76" name="Google Shape;76;p15"/>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7" name="Google Shape;77;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80" name="Google Shape;80;p15"/>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81"/>
        <p:cNvGrpSpPr/>
        <p:nvPr/>
      </p:nvGrpSpPr>
      <p:grpSpPr>
        <a:xfrm>
          <a:off x="0" y="0"/>
          <a:ext cx="0" cy="0"/>
          <a:chOff x="0" y="0"/>
          <a:chExt cx="0" cy="0"/>
        </a:xfrm>
      </p:grpSpPr>
      <p:sp>
        <p:nvSpPr>
          <p:cNvPr id="82" name="Google Shape;82;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3" name="Google Shape;83;p16"/>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4" name="Google Shape;84;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87" name="Google Shape;87;p16"/>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0" name="Google Shape;90;p17"/>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3" name="Google Shape;9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5" r:id="rId5"/>
    <p:sldLayoutId id="2147483656" r:id="rId6"/>
    <p:sldLayoutId id="2147483657" r:id="rId7"/>
    <p:sldLayoutId id="2147483658" r:id="rId8"/>
    <p:sldLayoutId id="2147483659"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pic>
        <p:nvPicPr>
          <p:cNvPr id="98" name="Google Shape;98;p1"/>
          <p:cNvPicPr preferRelativeResize="0"/>
          <p:nvPr/>
        </p:nvPicPr>
        <p:blipFill rotWithShape="1">
          <a:blip r:embed="rId3">
            <a:alphaModFix/>
          </a:blip>
          <a:srcRect/>
          <a:stretch/>
        </p:blipFill>
        <p:spPr>
          <a:xfrm>
            <a:off x="0" y="109728"/>
            <a:ext cx="12190815" cy="6748272"/>
          </a:xfrm>
          <a:prstGeom prst="rect">
            <a:avLst/>
          </a:prstGeom>
          <a:noFill/>
          <a:ln>
            <a:noFill/>
          </a:ln>
        </p:spPr>
      </p:pic>
      <p:sp>
        <p:nvSpPr>
          <p:cNvPr id="2" name="TextBox 1">
            <a:extLst>
              <a:ext uri="{FF2B5EF4-FFF2-40B4-BE49-F238E27FC236}">
                <a16:creationId xmlns:a16="http://schemas.microsoft.com/office/drawing/2014/main" id="{E8A80B09-5689-1D44-7A5E-60EC1AB178C3}"/>
              </a:ext>
            </a:extLst>
          </p:cNvPr>
          <p:cNvSpPr txBox="1"/>
          <p:nvPr/>
        </p:nvSpPr>
        <p:spPr>
          <a:xfrm>
            <a:off x="3176833" y="3864990"/>
            <a:ext cx="6183983" cy="923330"/>
          </a:xfrm>
          <a:prstGeom prst="rect">
            <a:avLst/>
          </a:prstGeom>
          <a:noFill/>
        </p:spPr>
        <p:txBody>
          <a:bodyPr wrap="square" rtlCol="0">
            <a:spAutoFit/>
          </a:bodyPr>
          <a:lstStyle/>
          <a:p>
            <a:r>
              <a:rPr lang="en-US" sz="2000" b="1" dirty="0">
                <a:highlight>
                  <a:srgbClr val="FFFFFF"/>
                </a:highlight>
                <a:latin typeface="Times New Roman" panose="02020603050405020304" pitchFamily="18" charset="0"/>
                <a:cs typeface="Times New Roman" panose="02020603050405020304" pitchFamily="18" charset="0"/>
              </a:rPr>
              <a:t>Exploratory Data Analys	on Rental Properties </a:t>
            </a:r>
          </a:p>
          <a:p>
            <a:endParaRPr lang="en-US" sz="2000" b="1" i="0" dirty="0">
              <a:solidFill>
                <a:srgbClr val="000000"/>
              </a:solidFill>
              <a:effectLst/>
              <a:highlight>
                <a:srgbClr val="FFFFFF"/>
              </a:highlight>
              <a:latin typeface="Times New Roman" panose="02020603050405020304" pitchFamily="18" charset="0"/>
              <a:cs typeface="Times New Roman" panose="02020603050405020304" pitchFamily="18" charset="0"/>
            </a:endParaRPr>
          </a:p>
          <a:p>
            <a:endParaRPr lang="en-IN"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3"/>
          <p:cNvSpPr txBox="1"/>
          <p:nvPr/>
        </p:nvSpPr>
        <p:spPr>
          <a:xfrm>
            <a:off x="737811" y="1299172"/>
            <a:ext cx="10480085" cy="2585283"/>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800"/>
              <a:buFont typeface="Arial" panose="020B0604020202020204" pitchFamily="34" charset="0"/>
              <a:buChar char="•"/>
            </a:pPr>
            <a:r>
              <a:rPr lang="en-IN" sz="1800" dirty="0">
                <a:solidFill>
                  <a:schemeClr val="dk1"/>
                </a:solidFill>
                <a:latin typeface="Times New Roman" panose="02020603050405020304" pitchFamily="18" charset="0"/>
                <a:ea typeface="Calibri"/>
                <a:cs typeface="Times New Roman" panose="02020603050405020304" pitchFamily="18" charset="0"/>
                <a:sym typeface="Calibri"/>
              </a:rPr>
              <a:t>I have </a:t>
            </a:r>
            <a:r>
              <a:rPr lang="en-US" sz="1800" dirty="0">
                <a:solidFill>
                  <a:schemeClr val="dk1"/>
                </a:solidFill>
                <a:latin typeface="Times New Roman" panose="02020603050405020304" pitchFamily="18" charset="0"/>
                <a:ea typeface="Calibri"/>
                <a:cs typeface="Times New Roman" panose="02020603050405020304" pitchFamily="18" charset="0"/>
                <a:sym typeface="Calibri"/>
              </a:rPr>
              <a:t>Pursed my Master’s in Data Science at Essex University, Colchester, UK.</a:t>
            </a:r>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Times New Roman" panose="02020603050405020304" pitchFamily="18" charset="0"/>
                <a:ea typeface="Calibri"/>
                <a:cs typeface="Times New Roman" panose="02020603050405020304" pitchFamily="18" charset="0"/>
                <a:sym typeface="Calibri"/>
              </a:rPr>
              <a:t>I have successfully completed 3 months of Internship from Myupdate24.</a:t>
            </a:r>
          </a:p>
          <a:p>
            <a:pPr marL="285750" indent="-285750">
              <a:buClr>
                <a:schemeClr val="dk1"/>
              </a:buClr>
              <a:buSzPts val="1800"/>
              <a:buFont typeface="Arial"/>
              <a:buChar char="•"/>
            </a:pPr>
            <a:r>
              <a:rPr lang="en-US" sz="1800" dirty="0">
                <a:solidFill>
                  <a:schemeClr val="dk1"/>
                </a:solidFill>
                <a:latin typeface="Times New Roman" panose="02020603050405020304" pitchFamily="18" charset="0"/>
                <a:ea typeface="Calibri"/>
                <a:cs typeface="Times New Roman" panose="02020603050405020304" pitchFamily="18" charset="0"/>
              </a:rPr>
              <a:t>As a Data Analyst with hands-on experience in </a:t>
            </a:r>
            <a:r>
              <a:rPr lang="en-US" sz="1800" dirty="0">
                <a:solidFill>
                  <a:schemeClr val="dk1"/>
                </a:solidFill>
                <a:latin typeface="Times New Roman" panose="02020603050405020304" pitchFamily="18" charset="0"/>
                <a:ea typeface="Calibri"/>
                <a:cs typeface="Times New Roman" panose="02020603050405020304" pitchFamily="18" charset="0"/>
                <a:sym typeface="Calibri"/>
              </a:rPr>
              <a:t>Internship, I have implemented technique like </a:t>
            </a:r>
            <a:r>
              <a:rPr lang="en-US" sz="1800" dirty="0">
                <a:solidFill>
                  <a:schemeClr val="dk1"/>
                </a:solidFill>
                <a:latin typeface="Times New Roman" panose="02020603050405020304" pitchFamily="18" charset="0"/>
                <a:ea typeface="Calibri"/>
                <a:cs typeface="Times New Roman" panose="02020603050405020304" pitchFamily="18" charset="0"/>
              </a:rPr>
              <a:t>data cleaning, analysis, and visualization. Strong proficiency in SQL, Python, Excel, and Power BI to extract insights, build dashboards, and support data-driven decision-making. Adept at translating complex data into clear business insights.</a:t>
            </a:r>
            <a:r>
              <a:rPr lang="en-US" sz="1800" dirty="0">
                <a:solidFill>
                  <a:schemeClr val="dk1"/>
                </a:solidFill>
                <a:latin typeface="Times New Roman" panose="02020603050405020304" pitchFamily="18" charset="0"/>
                <a:ea typeface="Calibri"/>
                <a:cs typeface="Times New Roman" panose="02020603050405020304" pitchFamily="18" charset="0"/>
                <a:sym typeface="Calibri"/>
              </a:rPr>
              <a:t> </a:t>
            </a:r>
          </a:p>
          <a:p>
            <a:pPr marL="285750" indent="-285750">
              <a:buClr>
                <a:schemeClr val="dk1"/>
              </a:buClr>
              <a:buSzPts val="1800"/>
              <a:buFont typeface="Arial"/>
              <a:buChar char="•"/>
            </a:pPr>
            <a:r>
              <a:rPr lang="en-US" sz="1800" dirty="0">
                <a:solidFill>
                  <a:schemeClr val="dk1"/>
                </a:solidFill>
                <a:latin typeface="Times New Roman" panose="02020603050405020304" pitchFamily="18" charset="0"/>
                <a:ea typeface="Calibri"/>
                <a:cs typeface="Times New Roman" panose="02020603050405020304" pitchFamily="18" charset="0"/>
                <a:sym typeface="Calibri"/>
              </a:rPr>
              <a:t>Also looking forward to learn more in the field of Data Science and Agentic AI.</a:t>
            </a:r>
          </a:p>
          <a:p>
            <a:pPr marL="285750" indent="-285750">
              <a:buClr>
                <a:schemeClr val="dk1"/>
              </a:buClr>
              <a:buSzPts val="1800"/>
              <a:buFont typeface="Arial"/>
              <a:buChar char="•"/>
            </a:pPr>
            <a:r>
              <a:rPr lang="en-US" sz="1800" dirty="0">
                <a:solidFill>
                  <a:schemeClr val="dk1"/>
                </a:solidFill>
                <a:latin typeface="Times New Roman" panose="02020603050405020304" pitchFamily="18" charset="0"/>
                <a:ea typeface="Calibri"/>
                <a:cs typeface="Times New Roman" panose="02020603050405020304" pitchFamily="18" charset="0"/>
                <a:sym typeface="Calibri"/>
              </a:rPr>
              <a:t>Looking of opportunities where I can implement my skills.</a:t>
            </a:r>
          </a:p>
          <a:p>
            <a:pPr marL="285750" indent="-285750">
              <a:buClr>
                <a:schemeClr val="dk1"/>
              </a:buClr>
              <a:buSzPts val="1800"/>
              <a:buFont typeface="Arial"/>
              <a:buChar char="•"/>
            </a:pPr>
            <a:endParaRPr sz="1800" i="0" u="none" strike="noStrike" cap="none" dirty="0">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105" name="Google Shape;105;p3"/>
          <p:cNvSpPr txBox="1"/>
          <p:nvPr/>
        </p:nvSpPr>
        <p:spPr>
          <a:xfrm>
            <a:off x="427656" y="416554"/>
            <a:ext cx="6099463" cy="495905"/>
          </a:xfrm>
          <a:prstGeom prst="rect">
            <a:avLst/>
          </a:prstGeom>
          <a:noFill/>
          <a:ln>
            <a:noFill/>
          </a:ln>
        </p:spPr>
        <p:txBody>
          <a:bodyPr spcFirstLastPara="1" wrap="square" lIns="91425" tIns="45700" rIns="91425" bIns="45700" anchor="t" anchorCtr="0">
            <a:spAutoFit/>
          </a:bodyPr>
          <a:lstStyle/>
          <a:p>
            <a:pPr marL="0" marR="0" lvl="0" indent="0" algn="l" rtl="0">
              <a:lnSpc>
                <a:spcPct val="80000"/>
              </a:lnSpc>
              <a:spcBef>
                <a:spcPts val="0"/>
              </a:spcBef>
              <a:spcAft>
                <a:spcPts val="0"/>
              </a:spcAft>
              <a:buClr>
                <a:srgbClr val="FF0000"/>
              </a:buClr>
              <a:buSzPts val="3200"/>
              <a:buFont typeface="Lato Black"/>
              <a:buNone/>
            </a:pPr>
            <a:r>
              <a:rPr lang="en-IN" sz="3200" b="0" i="0" u="none" strike="noStrike" cap="none">
                <a:solidFill>
                  <a:srgbClr val="FF0000"/>
                </a:solidFill>
                <a:latin typeface="Lato Black"/>
                <a:ea typeface="Lato Black"/>
                <a:cs typeface="Lato Black"/>
                <a:sym typeface="Lato Black"/>
              </a:rPr>
              <a:t>About me</a:t>
            </a:r>
            <a:endParaRPr sz="1800" b="0" i="0" u="none" strike="noStrike" cap="none">
              <a:solidFill>
                <a:srgbClr val="FF0000"/>
              </a:solidFill>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13AB6-15C4-6BFD-8567-C1D75DF0A460}"/>
              </a:ext>
            </a:extLst>
          </p:cNvPr>
          <p:cNvSpPr>
            <a:spLocks noGrp="1"/>
          </p:cNvSpPr>
          <p:nvPr>
            <p:ph type="title"/>
          </p:nvPr>
        </p:nvSpPr>
        <p:spPr>
          <a:xfrm>
            <a:off x="838200" y="365126"/>
            <a:ext cx="10515600" cy="888640"/>
          </a:xfrm>
        </p:spPr>
        <p:txBody>
          <a:bodyPr>
            <a:normAutofit/>
          </a:bodyPr>
          <a:lstStyle/>
          <a:p>
            <a:r>
              <a:rPr lang="en-US" sz="2000" b="1" dirty="0">
                <a:solidFill>
                  <a:schemeClr val="accent1"/>
                </a:solidFill>
                <a:latin typeface="Times New Roman" panose="02020603050405020304" pitchFamily="18" charset="0"/>
                <a:cs typeface="Times New Roman" panose="02020603050405020304" pitchFamily="18" charset="0"/>
              </a:rPr>
              <a:t>Objective of the data and web scraping details</a:t>
            </a:r>
            <a:endParaRPr lang="en-IN" sz="2000" b="1" dirty="0">
              <a:solidFill>
                <a:schemeClr val="accent1"/>
              </a:solidFill>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DCD99D80-E4F7-72F1-F7F8-76132A97C84A}"/>
              </a:ext>
            </a:extLst>
          </p:cNvPr>
          <p:cNvSpPr>
            <a:spLocks noGrp="1"/>
          </p:cNvSpPr>
          <p:nvPr>
            <p:ph type="body" idx="1"/>
          </p:nvPr>
        </p:nvSpPr>
        <p:spPr/>
        <p:txBody>
          <a:bodyPr>
            <a:normAutofit/>
          </a:bodyPr>
          <a:lstStyle/>
          <a:p>
            <a:pPr marL="114300" indent="0">
              <a:buNone/>
            </a:pPr>
            <a:r>
              <a:rPr lang="en-US" sz="2000" b="1" dirty="0">
                <a:latin typeface="Times New Roman" panose="02020603050405020304" pitchFamily="18" charset="0"/>
                <a:cs typeface="Times New Roman" panose="02020603050405020304" pitchFamily="18" charset="0"/>
              </a:rPr>
              <a:t>Objective</a:t>
            </a:r>
            <a:r>
              <a:rPr lang="en-US" sz="2000" b="1" dirty="0"/>
              <a:t> </a:t>
            </a:r>
            <a:r>
              <a:rPr lang="en-US" sz="1800" dirty="0">
                <a:latin typeface="Times New Roman" panose="02020603050405020304" pitchFamily="18" charset="0"/>
                <a:cs typeface="Times New Roman" panose="02020603050405020304" pitchFamily="18" charset="0"/>
              </a:rPr>
              <a:t>:  </a:t>
            </a:r>
            <a:r>
              <a:rPr lang="en-US" sz="1800" dirty="0">
                <a:highlight>
                  <a:srgbClr val="FFFFFF"/>
                </a:highlight>
                <a:latin typeface="Times New Roman" panose="02020603050405020304" pitchFamily="18" charset="0"/>
                <a:ea typeface="Calibri" panose="020F0502020204030204" pitchFamily="34" charset="0"/>
                <a:cs typeface="Times New Roman" panose="02020603050405020304" pitchFamily="18" charset="0"/>
              </a:rPr>
              <a:t>Analysis</a:t>
            </a:r>
            <a:r>
              <a:rPr lang="en-US" sz="1800" i="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on Rented </a:t>
            </a:r>
            <a:r>
              <a:rPr lang="en-US" sz="1800" dirty="0">
                <a:highlight>
                  <a:srgbClr val="FFFFFF"/>
                </a:highlight>
                <a:latin typeface="Times New Roman" panose="02020603050405020304" pitchFamily="18" charset="0"/>
                <a:ea typeface="Calibri" panose="020F0502020204030204" pitchFamily="34" charset="0"/>
                <a:cs typeface="Times New Roman" panose="02020603050405020304" pitchFamily="18" charset="0"/>
              </a:rPr>
              <a:t>P</a:t>
            </a:r>
            <a:r>
              <a:rPr lang="en-US" sz="1800" i="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roperties in  </a:t>
            </a:r>
            <a:r>
              <a:rPr lang="en-US" sz="1800" dirty="0">
                <a:solidFill>
                  <a:srgbClr val="000000"/>
                </a:solidFill>
                <a:highlight>
                  <a:srgbClr val="FFFFFF"/>
                </a:highlight>
                <a:latin typeface="Times New Roman" panose="02020603050405020304" pitchFamily="18" charset="0"/>
                <a:ea typeface="Calibri" panose="020F0502020204030204" pitchFamily="34" charset="0"/>
                <a:cs typeface="Times New Roman" panose="02020603050405020304" pitchFamily="18" charset="0"/>
              </a:rPr>
              <a:t>5 Major Indian Metros (</a:t>
            </a:r>
            <a:r>
              <a:rPr lang="en-GB" sz="1800" dirty="0">
                <a:solidFill>
                  <a:srgbClr val="000000"/>
                </a:solidFill>
                <a:highlight>
                  <a:srgbClr val="FFFFFF"/>
                </a:highlight>
                <a:latin typeface="Times New Roman" panose="02020603050405020304" pitchFamily="18" charset="0"/>
                <a:ea typeface="Calibri" panose="020F0502020204030204" pitchFamily="34" charset="0"/>
                <a:cs typeface="Times New Roman" panose="02020603050405020304" pitchFamily="18" charset="0"/>
              </a:rPr>
              <a:t>Bangalore, Chennai, Hyderabad, Mumbai, and Pune</a:t>
            </a:r>
            <a:r>
              <a:rPr lang="en-US" sz="1800" dirty="0">
                <a:solidFill>
                  <a:srgbClr val="000000"/>
                </a:solidFill>
                <a:highlight>
                  <a:srgbClr val="FFFFFF"/>
                </a:highlight>
                <a:latin typeface="Times New Roman" panose="02020603050405020304" pitchFamily="18" charset="0"/>
                <a:ea typeface="Calibri" panose="020F0502020204030204" pitchFamily="34" charset="0"/>
                <a:cs typeface="Times New Roman" panose="02020603050405020304" pitchFamily="18" charset="0"/>
              </a:rPr>
              <a:t>).</a:t>
            </a:r>
          </a:p>
          <a:p>
            <a:pPr marL="114300" indent="0">
              <a:buNone/>
            </a:pPr>
            <a:r>
              <a:rPr lang="en-US" sz="2000" b="1" dirty="0">
                <a:latin typeface="Times New Roman" panose="02020603050405020304" pitchFamily="18" charset="0"/>
                <a:cs typeface="Times New Roman" panose="02020603050405020304" pitchFamily="18" charset="0"/>
              </a:rPr>
              <a:t>Web Scraping details</a:t>
            </a:r>
            <a:r>
              <a:rPr lang="en-US" sz="2000" dirty="0">
                <a:latin typeface="Times New Roman" panose="02020603050405020304" pitchFamily="18" charset="0"/>
                <a:cs typeface="Times New Roman" panose="02020603050405020304" pitchFamily="18" charset="0"/>
              </a:rPr>
              <a:t>:</a:t>
            </a:r>
          </a:p>
          <a:p>
            <a:r>
              <a:rPr lang="en-US" sz="1800" dirty="0"/>
              <a:t>Conducted analysis of </a:t>
            </a:r>
            <a:r>
              <a:rPr lang="en-US" sz="1800" b="1" dirty="0"/>
              <a:t>rented properties</a:t>
            </a:r>
            <a:r>
              <a:rPr lang="en-US" sz="1800" dirty="0"/>
              <a:t> using data scraped from the </a:t>
            </a:r>
            <a:r>
              <a:rPr lang="en-US" sz="1800" b="1" dirty="0"/>
              <a:t>MagicBricks</a:t>
            </a:r>
            <a:r>
              <a:rPr lang="en-US" sz="1800" dirty="0"/>
              <a:t> real estate website.</a:t>
            </a:r>
          </a:p>
          <a:p>
            <a:r>
              <a:rPr lang="en-US" sz="1800" dirty="0"/>
              <a:t>Used </a:t>
            </a:r>
            <a:r>
              <a:rPr lang="en-US" sz="1800" b="1" dirty="0"/>
              <a:t>Python web scraping techniques</a:t>
            </a:r>
            <a:r>
              <a:rPr lang="en-US" sz="1800" dirty="0"/>
              <a:t> with </a:t>
            </a:r>
            <a:r>
              <a:rPr lang="en-US" sz="1800" b="1" dirty="0"/>
              <a:t>BeautifulSoup</a:t>
            </a:r>
            <a:r>
              <a:rPr lang="en-US" sz="1800" dirty="0"/>
              <a:t> to extract rental listings, prices, locations, and property details.</a:t>
            </a:r>
          </a:p>
          <a:p>
            <a:r>
              <a:rPr lang="en-US" sz="1800" dirty="0"/>
              <a:t>Cleaned and structured raw HTML data into a usable dataset for analysis using Regex.</a:t>
            </a:r>
            <a:endParaRPr lang="en-US" sz="1800" b="1" dirty="0"/>
          </a:p>
          <a:p>
            <a:pPr marL="114300" indent="0">
              <a:buNone/>
            </a:pPr>
            <a:r>
              <a:rPr lang="en-US" sz="2000" b="1" dirty="0">
                <a:latin typeface="Times New Roman" panose="02020603050405020304" pitchFamily="18" charset="0"/>
                <a:cs typeface="Times New Roman" panose="02020603050405020304" pitchFamily="18" charset="0"/>
              </a:rPr>
              <a:t>Summary of the Data:</a:t>
            </a:r>
          </a:p>
          <a:p>
            <a:r>
              <a:rPr lang="en-US" sz="1800" dirty="0">
                <a:latin typeface="Times New Roman" panose="02020603050405020304" pitchFamily="18" charset="0"/>
                <a:cs typeface="Times New Roman" panose="02020603050405020304" pitchFamily="18" charset="0"/>
              </a:rPr>
              <a:t>I have collected the data of about 1233 rows and 13 columns from 5 major cities from the website.</a:t>
            </a:r>
          </a:p>
          <a:p>
            <a:r>
              <a:rPr lang="en-US" sz="1800" dirty="0">
                <a:latin typeface="Times New Roman" panose="02020603050405020304" pitchFamily="18" charset="0"/>
                <a:cs typeface="Times New Roman" panose="02020603050405020304" pitchFamily="18" charset="0"/>
              </a:rPr>
              <a:t>Each record includes f</a:t>
            </a:r>
            <a:r>
              <a:rPr lang="en-US" sz="1800" dirty="0"/>
              <a:t>eatures: BHK, Price, Area, Furnishing, Facing, Tenant Type, and more.</a:t>
            </a:r>
          </a:p>
          <a:p>
            <a:endParaRPr lang="en-US" sz="1800" dirty="0"/>
          </a:p>
        </p:txBody>
      </p:sp>
    </p:spTree>
    <p:extLst>
      <p:ext uri="{BB962C8B-B14F-4D97-AF65-F5344CB8AC3E}">
        <p14:creationId xmlns:p14="http://schemas.microsoft.com/office/powerpoint/2010/main" val="1528119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5BDDF-B548-E889-62AA-59D284B1E5BB}"/>
              </a:ext>
            </a:extLst>
          </p:cNvPr>
          <p:cNvSpPr>
            <a:spLocks noGrp="1"/>
          </p:cNvSpPr>
          <p:nvPr>
            <p:ph type="title"/>
          </p:nvPr>
        </p:nvSpPr>
        <p:spPr>
          <a:xfrm>
            <a:off x="763571" y="365125"/>
            <a:ext cx="10590229" cy="1325563"/>
          </a:xfrm>
        </p:spPr>
        <p:txBody>
          <a:bodyPr>
            <a:normAutofit/>
          </a:bodyPr>
          <a:lstStyle/>
          <a:p>
            <a:r>
              <a:rPr lang="en-IN" sz="2000" dirty="0">
                <a:solidFill>
                  <a:schemeClr val="tx1"/>
                </a:solidFill>
              </a:rPr>
              <a:t>                                                                    </a:t>
            </a:r>
            <a:r>
              <a:rPr lang="en-IN" sz="2000" b="1" dirty="0">
                <a:solidFill>
                  <a:schemeClr val="accent1"/>
                </a:solidFill>
                <a:latin typeface="Times New Roman" panose="02020603050405020304" pitchFamily="18" charset="0"/>
                <a:cs typeface="Times New Roman" panose="02020603050405020304" pitchFamily="18" charset="0"/>
              </a:rPr>
              <a:t>Exploratory Data Analysis:</a:t>
            </a:r>
          </a:p>
        </p:txBody>
      </p:sp>
      <p:sp>
        <p:nvSpPr>
          <p:cNvPr id="3" name="Text Placeholder 2">
            <a:extLst>
              <a:ext uri="{FF2B5EF4-FFF2-40B4-BE49-F238E27FC236}">
                <a16:creationId xmlns:a16="http://schemas.microsoft.com/office/drawing/2014/main" id="{7D444F71-FACA-25D7-AB3F-F98167A024B4}"/>
              </a:ext>
            </a:extLst>
          </p:cNvPr>
          <p:cNvSpPr>
            <a:spLocks noGrp="1"/>
          </p:cNvSpPr>
          <p:nvPr>
            <p:ph type="body" idx="1"/>
          </p:nvPr>
        </p:nvSpPr>
        <p:spPr/>
        <p:txBody>
          <a:bodyPr>
            <a:normAutofit/>
          </a:bodyPr>
          <a:lstStyle/>
          <a:p>
            <a:pPr marL="114300" indent="0">
              <a:buNone/>
            </a:pPr>
            <a:r>
              <a:rPr lang="en-US" sz="2000" b="1" dirty="0">
                <a:latin typeface="Times New Roman" panose="02020603050405020304" pitchFamily="18" charset="0"/>
                <a:cs typeface="Times New Roman" panose="02020603050405020304" pitchFamily="18" charset="0"/>
              </a:rPr>
              <a:t>Data Cleaning and </a:t>
            </a:r>
            <a:r>
              <a:rPr lang="en-IN" sz="2000" b="1" dirty="0">
                <a:solidFill>
                  <a:schemeClr val="tx1"/>
                </a:solidFill>
                <a:latin typeface="Times New Roman" panose="02020603050405020304" pitchFamily="18" charset="0"/>
                <a:cs typeface="Times New Roman" panose="02020603050405020304" pitchFamily="18" charset="0"/>
              </a:rPr>
              <a:t>Data</a:t>
            </a:r>
            <a:r>
              <a:rPr lang="en-IN" sz="2000" b="1" dirty="0">
                <a:latin typeface="Times New Roman" panose="02020603050405020304" pitchFamily="18" charset="0"/>
                <a:cs typeface="Times New Roman" panose="02020603050405020304" pitchFamily="18" charset="0"/>
              </a:rPr>
              <a:t> Manipulation </a:t>
            </a:r>
            <a:r>
              <a:rPr lang="en-US" sz="2000" b="1" dirty="0">
                <a:latin typeface="Times New Roman" panose="02020603050405020304" pitchFamily="18" charset="0"/>
                <a:cs typeface="Times New Roman" panose="02020603050405020304" pitchFamily="18" charset="0"/>
              </a:rPr>
              <a:t>Steps</a:t>
            </a:r>
            <a:r>
              <a:rPr lang="en-US" sz="2000" dirty="0">
                <a:latin typeface="Times New Roman" panose="02020603050405020304" pitchFamily="18" charset="0"/>
                <a:cs typeface="Times New Roman" panose="02020603050405020304" pitchFamily="18" charset="0"/>
              </a:rPr>
              <a:t>:</a:t>
            </a:r>
          </a:p>
          <a:p>
            <a:r>
              <a:rPr lang="en-US" sz="1800" dirty="0">
                <a:latin typeface="Times New Roman" panose="02020603050405020304" pitchFamily="18" charset="0"/>
                <a:cs typeface="Times New Roman" panose="02020603050405020304" pitchFamily="18" charset="0"/>
              </a:rPr>
              <a:t>Standardized text values: Converted price strings like '2.3 Lac' into numeric 230,000.</a:t>
            </a:r>
          </a:p>
          <a:p>
            <a:r>
              <a:rPr lang="en-US" sz="1800" dirty="0">
                <a:latin typeface="Times New Roman" panose="02020603050405020304" pitchFamily="18" charset="0"/>
                <a:cs typeface="Times New Roman" panose="02020603050405020304" pitchFamily="18" charset="0"/>
              </a:rPr>
              <a:t>Regex extraction: Isolated square footage from complex text formats.</a:t>
            </a:r>
          </a:p>
          <a:p>
            <a:r>
              <a:rPr lang="en-US" sz="1800" dirty="0">
                <a:latin typeface="Times New Roman" panose="02020603050405020304" pitchFamily="18" charset="0"/>
                <a:cs typeface="Times New Roman" panose="02020603050405020304" pitchFamily="18" charset="0"/>
              </a:rPr>
              <a:t>Standardization: Cleaned neighborhood names and aligned categorical values.</a:t>
            </a:r>
          </a:p>
          <a:p>
            <a:r>
              <a:rPr lang="en-US" sz="1800" dirty="0">
                <a:latin typeface="Times New Roman" panose="02020603050405020304" pitchFamily="18" charset="0"/>
                <a:cs typeface="Times New Roman" panose="02020603050405020304" pitchFamily="18" charset="0"/>
              </a:rPr>
              <a:t>Imputation: Filled missing values in 'Facing' and 'Locality' using city-specific mode frequencies.</a:t>
            </a:r>
          </a:p>
          <a:p>
            <a:r>
              <a:rPr lang="en-IN" sz="1800" dirty="0">
                <a:latin typeface="Times New Roman" panose="02020603050405020304" pitchFamily="18" charset="0"/>
                <a:cs typeface="Times New Roman" panose="02020603050405020304" pitchFamily="18" charset="0"/>
              </a:rPr>
              <a:t>Extracting floor number from total floors</a:t>
            </a:r>
          </a:p>
          <a:p>
            <a:r>
              <a:rPr lang="en-IN" sz="1800" dirty="0">
                <a:latin typeface="Times New Roman" panose="02020603050405020304" pitchFamily="18" charset="0"/>
                <a:cs typeface="Times New Roman" panose="02020603050405020304" pitchFamily="18" charset="0"/>
              </a:rPr>
              <a:t>Extracting location and area from the column</a:t>
            </a:r>
          </a:p>
        </p:txBody>
      </p:sp>
    </p:spTree>
    <p:extLst>
      <p:ext uri="{BB962C8B-B14F-4D97-AF65-F5344CB8AC3E}">
        <p14:creationId xmlns:p14="http://schemas.microsoft.com/office/powerpoint/2010/main" val="22797545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202EDA3-9FAA-7330-3EEC-9A41516C267E}"/>
              </a:ext>
            </a:extLst>
          </p:cNvPr>
          <p:cNvPicPr>
            <a:picLocks noChangeAspect="1"/>
          </p:cNvPicPr>
          <p:nvPr/>
        </p:nvPicPr>
        <p:blipFill>
          <a:blip r:embed="rId2"/>
          <a:stretch>
            <a:fillRect/>
          </a:stretch>
        </p:blipFill>
        <p:spPr>
          <a:xfrm>
            <a:off x="272716" y="856371"/>
            <a:ext cx="11646568" cy="5323048"/>
          </a:xfrm>
          <a:prstGeom prst="rect">
            <a:avLst/>
          </a:prstGeom>
        </p:spPr>
      </p:pic>
      <p:sp>
        <p:nvSpPr>
          <p:cNvPr id="7" name="TextBox 6">
            <a:extLst>
              <a:ext uri="{FF2B5EF4-FFF2-40B4-BE49-F238E27FC236}">
                <a16:creationId xmlns:a16="http://schemas.microsoft.com/office/drawing/2014/main" id="{A76D94BE-8136-5118-4F3D-F5F3203CD858}"/>
              </a:ext>
            </a:extLst>
          </p:cNvPr>
          <p:cNvSpPr txBox="1"/>
          <p:nvPr/>
        </p:nvSpPr>
        <p:spPr>
          <a:xfrm>
            <a:off x="1316736" y="492393"/>
            <a:ext cx="10012680" cy="355418"/>
          </a:xfrm>
          <a:prstGeom prst="rect">
            <a:avLst/>
          </a:prstGeom>
          <a:noFill/>
        </p:spPr>
        <p:txBody>
          <a:bodyPr wrap="square">
            <a:spAutoFit/>
          </a:bodyPr>
          <a:lstStyle/>
          <a:p>
            <a:pPr>
              <a:lnSpc>
                <a:spcPts val="1425"/>
              </a:lnSpc>
              <a:buNone/>
            </a:pPr>
            <a:r>
              <a:rPr lang="en-GB" sz="4400" kern="1200" dirty="0">
                <a:solidFill>
                  <a:schemeClr val="tx1"/>
                </a:solidFill>
                <a:latin typeface="+mj-lt"/>
                <a:ea typeface="+mj-ea"/>
                <a:cs typeface="+mj-cs"/>
              </a:rPr>
              <a:t>Price Distribution Comparison Analysis</a:t>
            </a:r>
          </a:p>
        </p:txBody>
      </p:sp>
    </p:spTree>
    <p:extLst>
      <p:ext uri="{BB962C8B-B14F-4D97-AF65-F5344CB8AC3E}">
        <p14:creationId xmlns:p14="http://schemas.microsoft.com/office/powerpoint/2010/main" val="11745239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1B1F-F76B-1A15-E3F6-CE00A752A06D}"/>
              </a:ext>
            </a:extLst>
          </p:cNvPr>
          <p:cNvPicPr>
            <a:picLocks noChangeAspect="1"/>
          </p:cNvPicPr>
          <p:nvPr/>
        </p:nvPicPr>
        <p:blipFill>
          <a:blip r:embed="rId2"/>
          <a:stretch>
            <a:fillRect/>
          </a:stretch>
        </p:blipFill>
        <p:spPr>
          <a:xfrm>
            <a:off x="839904" y="984113"/>
            <a:ext cx="10826517" cy="5224664"/>
          </a:xfrm>
          <a:prstGeom prst="rect">
            <a:avLst/>
          </a:prstGeom>
        </p:spPr>
      </p:pic>
      <p:sp>
        <p:nvSpPr>
          <p:cNvPr id="6" name="TextBox 5">
            <a:extLst>
              <a:ext uri="{FF2B5EF4-FFF2-40B4-BE49-F238E27FC236}">
                <a16:creationId xmlns:a16="http://schemas.microsoft.com/office/drawing/2014/main" id="{4496E5A8-F614-EDF1-450B-BC45B27F205E}"/>
              </a:ext>
            </a:extLst>
          </p:cNvPr>
          <p:cNvSpPr txBox="1"/>
          <p:nvPr/>
        </p:nvSpPr>
        <p:spPr>
          <a:xfrm>
            <a:off x="1958340" y="123231"/>
            <a:ext cx="8275320" cy="769441"/>
          </a:xfrm>
          <a:prstGeom prst="rect">
            <a:avLst/>
          </a:prstGeom>
          <a:noFill/>
        </p:spPr>
        <p:txBody>
          <a:bodyPr wrap="square">
            <a:spAutoFit/>
          </a:bodyPr>
          <a:lstStyle/>
          <a:p>
            <a:pPr algn="ctr" defTabSz="457200">
              <a:spcBef>
                <a:spcPct val="0"/>
              </a:spcBef>
            </a:pPr>
            <a:r>
              <a:rPr lang="en-US" sz="4400" kern="1200" dirty="0">
                <a:solidFill>
                  <a:schemeClr val="tx1"/>
                </a:solidFill>
                <a:latin typeface="+mj-lt"/>
                <a:ea typeface="+mj-ea"/>
                <a:cs typeface="+mj-cs"/>
              </a:rPr>
              <a:t>Rental Price Distribution by City</a:t>
            </a:r>
            <a:endParaRPr lang="en-GB" sz="4400" kern="1200" dirty="0">
              <a:solidFill>
                <a:schemeClr val="tx1"/>
              </a:solidFill>
              <a:latin typeface="+mj-lt"/>
              <a:ea typeface="+mj-ea"/>
              <a:cs typeface="+mj-cs"/>
            </a:endParaRPr>
          </a:p>
        </p:txBody>
      </p:sp>
    </p:spTree>
    <p:extLst>
      <p:ext uri="{BB962C8B-B14F-4D97-AF65-F5344CB8AC3E}">
        <p14:creationId xmlns:p14="http://schemas.microsoft.com/office/powerpoint/2010/main" val="19009674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95BD404-51F5-7446-C659-29A166A342B5}"/>
              </a:ext>
            </a:extLst>
          </p:cNvPr>
          <p:cNvSpPr txBox="1"/>
          <p:nvPr/>
        </p:nvSpPr>
        <p:spPr>
          <a:xfrm>
            <a:off x="1115568" y="577140"/>
            <a:ext cx="10917936" cy="355418"/>
          </a:xfrm>
          <a:prstGeom prst="rect">
            <a:avLst/>
          </a:prstGeom>
          <a:noFill/>
        </p:spPr>
        <p:txBody>
          <a:bodyPr wrap="square">
            <a:spAutoFit/>
          </a:bodyPr>
          <a:lstStyle/>
          <a:p>
            <a:pPr algn="ctr">
              <a:lnSpc>
                <a:spcPts val="1425"/>
              </a:lnSpc>
              <a:buNone/>
            </a:pPr>
            <a:r>
              <a:rPr lang="en-US" sz="4400" kern="1200" dirty="0">
                <a:solidFill>
                  <a:schemeClr val="tx1"/>
                </a:solidFill>
                <a:latin typeface="+mj-lt"/>
                <a:ea typeface="+mj-ea"/>
                <a:cs typeface="+mj-cs"/>
              </a:rPr>
              <a:t>Rental Price vs Area Analysis</a:t>
            </a:r>
          </a:p>
        </p:txBody>
      </p:sp>
      <p:pic>
        <p:nvPicPr>
          <p:cNvPr id="7" name="Picture 6">
            <a:extLst>
              <a:ext uri="{FF2B5EF4-FFF2-40B4-BE49-F238E27FC236}">
                <a16:creationId xmlns:a16="http://schemas.microsoft.com/office/drawing/2014/main" id="{4D051B90-DABF-A3D1-3579-C593EA0133F2}"/>
              </a:ext>
            </a:extLst>
          </p:cNvPr>
          <p:cNvPicPr>
            <a:picLocks noChangeAspect="1"/>
          </p:cNvPicPr>
          <p:nvPr/>
        </p:nvPicPr>
        <p:blipFill>
          <a:blip r:embed="rId2"/>
          <a:stretch>
            <a:fillRect/>
          </a:stretch>
        </p:blipFill>
        <p:spPr>
          <a:xfrm>
            <a:off x="356616" y="932559"/>
            <a:ext cx="11411712" cy="5348302"/>
          </a:xfrm>
          <a:prstGeom prst="rect">
            <a:avLst/>
          </a:prstGeom>
        </p:spPr>
      </p:pic>
    </p:spTree>
    <p:extLst>
      <p:ext uri="{BB962C8B-B14F-4D97-AF65-F5344CB8AC3E}">
        <p14:creationId xmlns:p14="http://schemas.microsoft.com/office/powerpoint/2010/main" val="37886829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7825732-C1CD-5B69-BDA1-76BB01942482}"/>
              </a:ext>
            </a:extLst>
          </p:cNvPr>
          <p:cNvPicPr>
            <a:picLocks noChangeAspect="1"/>
          </p:cNvPicPr>
          <p:nvPr/>
        </p:nvPicPr>
        <p:blipFill>
          <a:blip r:embed="rId2"/>
          <a:stretch>
            <a:fillRect/>
          </a:stretch>
        </p:blipFill>
        <p:spPr>
          <a:xfrm>
            <a:off x="192024" y="932461"/>
            <a:ext cx="11722608" cy="4993077"/>
          </a:xfrm>
          <a:prstGeom prst="rect">
            <a:avLst/>
          </a:prstGeom>
        </p:spPr>
      </p:pic>
      <p:sp>
        <p:nvSpPr>
          <p:cNvPr id="7" name="TextBox 6">
            <a:extLst>
              <a:ext uri="{FF2B5EF4-FFF2-40B4-BE49-F238E27FC236}">
                <a16:creationId xmlns:a16="http://schemas.microsoft.com/office/drawing/2014/main" id="{74DE9F46-7592-AF0D-A140-90DFD2159E6F}"/>
              </a:ext>
            </a:extLst>
          </p:cNvPr>
          <p:cNvSpPr txBox="1"/>
          <p:nvPr/>
        </p:nvSpPr>
        <p:spPr>
          <a:xfrm>
            <a:off x="0" y="501405"/>
            <a:ext cx="12192000" cy="632224"/>
          </a:xfrm>
          <a:prstGeom prst="rect">
            <a:avLst/>
          </a:prstGeom>
          <a:noFill/>
        </p:spPr>
        <p:txBody>
          <a:bodyPr wrap="square">
            <a:spAutoFit/>
          </a:bodyPr>
          <a:lstStyle/>
          <a:p>
            <a:pPr algn="ctr">
              <a:lnSpc>
                <a:spcPts val="1425"/>
              </a:lnSpc>
              <a:buNone/>
            </a:pPr>
            <a:r>
              <a:rPr lang="en-GB" b="1" dirty="0">
                <a:solidFill>
                  <a:srgbClr val="569CD6"/>
                </a:solidFill>
                <a:effectLst/>
                <a:latin typeface="Consolas" panose="020B0609020204030204" pitchFamily="49" charset="0"/>
              </a:rPr>
              <a:t> </a:t>
            </a:r>
            <a:r>
              <a:rPr lang="en-GB" sz="4400" kern="1200" dirty="0">
                <a:solidFill>
                  <a:schemeClr val="tx1"/>
                </a:solidFill>
                <a:latin typeface="+mj-lt"/>
                <a:ea typeface="+mj-ea"/>
                <a:cs typeface="+mj-cs"/>
              </a:rPr>
              <a:t>3 BHK Distribution Analysis</a:t>
            </a:r>
          </a:p>
          <a:p>
            <a:pPr algn="ctr">
              <a:lnSpc>
                <a:spcPts val="1425"/>
              </a:lnSpc>
              <a:buNone/>
            </a:pPr>
            <a:br>
              <a:rPr lang="en-GB" b="0" dirty="0">
                <a:solidFill>
                  <a:srgbClr val="CCCCCC"/>
                </a:solidFill>
                <a:effectLst/>
                <a:latin typeface="Consolas" panose="020B0609020204030204" pitchFamily="49" charset="0"/>
              </a:rPr>
            </a:br>
            <a:endParaRPr lang="en-GB"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31541084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2EF33CE-33B5-55EE-D839-F06634CC2E79}"/>
              </a:ext>
            </a:extLst>
          </p:cNvPr>
          <p:cNvPicPr>
            <a:picLocks noChangeAspect="1"/>
          </p:cNvPicPr>
          <p:nvPr/>
        </p:nvPicPr>
        <p:blipFill>
          <a:blip r:embed="rId2"/>
          <a:stretch>
            <a:fillRect/>
          </a:stretch>
        </p:blipFill>
        <p:spPr>
          <a:xfrm>
            <a:off x="0" y="1181484"/>
            <a:ext cx="12192000" cy="4495031"/>
          </a:xfrm>
          <a:prstGeom prst="rect">
            <a:avLst/>
          </a:prstGeom>
        </p:spPr>
      </p:pic>
      <p:sp>
        <p:nvSpPr>
          <p:cNvPr id="6" name="TextBox 5">
            <a:extLst>
              <a:ext uri="{FF2B5EF4-FFF2-40B4-BE49-F238E27FC236}">
                <a16:creationId xmlns:a16="http://schemas.microsoft.com/office/drawing/2014/main" id="{8FAFE32F-A5A1-6DBF-2190-651C056560F0}"/>
              </a:ext>
            </a:extLst>
          </p:cNvPr>
          <p:cNvSpPr txBox="1"/>
          <p:nvPr/>
        </p:nvSpPr>
        <p:spPr>
          <a:xfrm>
            <a:off x="0" y="338912"/>
            <a:ext cx="12192000" cy="355418"/>
          </a:xfrm>
          <a:prstGeom prst="rect">
            <a:avLst/>
          </a:prstGeom>
          <a:noFill/>
        </p:spPr>
        <p:txBody>
          <a:bodyPr wrap="square">
            <a:spAutoFit/>
          </a:bodyPr>
          <a:lstStyle/>
          <a:p>
            <a:pPr algn="ctr">
              <a:lnSpc>
                <a:spcPts val="1425"/>
              </a:lnSpc>
              <a:buNone/>
            </a:pPr>
            <a:r>
              <a:rPr lang="en-GB" sz="4400" kern="1200" dirty="0">
                <a:solidFill>
                  <a:schemeClr val="tx1"/>
                </a:solidFill>
                <a:latin typeface="+mj-lt"/>
                <a:ea typeface="+mj-ea"/>
                <a:cs typeface="+mj-cs"/>
              </a:rPr>
              <a:t>Furnishing Status Analysis</a:t>
            </a:r>
          </a:p>
        </p:txBody>
      </p:sp>
    </p:spTree>
    <p:extLst>
      <p:ext uri="{BB962C8B-B14F-4D97-AF65-F5344CB8AC3E}">
        <p14:creationId xmlns:p14="http://schemas.microsoft.com/office/powerpoint/2010/main" val="3727158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B382E2D-3B1E-C110-6561-B5E5EA2936CF}"/>
              </a:ext>
            </a:extLst>
          </p:cNvPr>
          <p:cNvPicPr>
            <a:picLocks noChangeAspect="1"/>
          </p:cNvPicPr>
          <p:nvPr/>
        </p:nvPicPr>
        <p:blipFill>
          <a:blip r:embed="rId2"/>
          <a:stretch>
            <a:fillRect/>
          </a:stretch>
        </p:blipFill>
        <p:spPr>
          <a:xfrm>
            <a:off x="0" y="1629540"/>
            <a:ext cx="12192000" cy="4495031"/>
          </a:xfrm>
          <a:prstGeom prst="rect">
            <a:avLst/>
          </a:prstGeom>
        </p:spPr>
      </p:pic>
      <p:sp>
        <p:nvSpPr>
          <p:cNvPr id="10" name="TextBox 9">
            <a:extLst>
              <a:ext uri="{FF2B5EF4-FFF2-40B4-BE49-F238E27FC236}">
                <a16:creationId xmlns:a16="http://schemas.microsoft.com/office/drawing/2014/main" id="{0FEB63C9-5499-4C8A-F6E7-A6CAD493C9AE}"/>
              </a:ext>
            </a:extLst>
          </p:cNvPr>
          <p:cNvSpPr txBox="1"/>
          <p:nvPr/>
        </p:nvSpPr>
        <p:spPr>
          <a:xfrm>
            <a:off x="283464" y="555720"/>
            <a:ext cx="12192000" cy="355418"/>
          </a:xfrm>
          <a:prstGeom prst="rect">
            <a:avLst/>
          </a:prstGeom>
          <a:noFill/>
        </p:spPr>
        <p:txBody>
          <a:bodyPr wrap="square">
            <a:spAutoFit/>
          </a:bodyPr>
          <a:lstStyle/>
          <a:p>
            <a:pPr algn="ctr">
              <a:lnSpc>
                <a:spcPts val="1425"/>
              </a:lnSpc>
              <a:buNone/>
            </a:pPr>
            <a:r>
              <a:rPr lang="en-GB" sz="4400" kern="1200" dirty="0">
                <a:solidFill>
                  <a:schemeClr val="tx1"/>
                </a:solidFill>
                <a:latin typeface="+mj-lt"/>
                <a:ea typeface="+mj-ea"/>
                <a:cs typeface="+mj-cs"/>
              </a:rPr>
              <a:t> Property Type Distribution Analysis</a:t>
            </a:r>
          </a:p>
        </p:txBody>
      </p:sp>
    </p:spTree>
    <p:extLst>
      <p:ext uri="{BB962C8B-B14F-4D97-AF65-F5344CB8AC3E}">
        <p14:creationId xmlns:p14="http://schemas.microsoft.com/office/powerpoint/2010/main" val="32212967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87669-5E80-7AF2-DC70-706B9C4F218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F1176D6-1F76-1268-071F-42B690A0C641}"/>
              </a:ext>
            </a:extLst>
          </p:cNvPr>
          <p:cNvPicPr>
            <a:picLocks noChangeAspect="1"/>
          </p:cNvPicPr>
          <p:nvPr/>
        </p:nvPicPr>
        <p:blipFill>
          <a:blip r:embed="rId2"/>
          <a:stretch>
            <a:fillRect/>
          </a:stretch>
        </p:blipFill>
        <p:spPr>
          <a:xfrm>
            <a:off x="0" y="1401510"/>
            <a:ext cx="12192000" cy="4765816"/>
          </a:xfrm>
          <a:prstGeom prst="rect">
            <a:avLst/>
          </a:prstGeom>
        </p:spPr>
      </p:pic>
      <p:sp>
        <p:nvSpPr>
          <p:cNvPr id="5" name="TextBox 4">
            <a:extLst>
              <a:ext uri="{FF2B5EF4-FFF2-40B4-BE49-F238E27FC236}">
                <a16:creationId xmlns:a16="http://schemas.microsoft.com/office/drawing/2014/main" id="{FD8C7F18-558F-9495-6FE0-A38B7C8097FC}"/>
              </a:ext>
            </a:extLst>
          </p:cNvPr>
          <p:cNvSpPr txBox="1"/>
          <p:nvPr/>
        </p:nvSpPr>
        <p:spPr>
          <a:xfrm>
            <a:off x="137160" y="512965"/>
            <a:ext cx="12192000" cy="355418"/>
          </a:xfrm>
          <a:prstGeom prst="rect">
            <a:avLst/>
          </a:prstGeom>
          <a:noFill/>
        </p:spPr>
        <p:txBody>
          <a:bodyPr wrap="square">
            <a:spAutoFit/>
          </a:bodyPr>
          <a:lstStyle/>
          <a:p>
            <a:pPr algn="ctr">
              <a:lnSpc>
                <a:spcPts val="1425"/>
              </a:lnSpc>
              <a:buNone/>
            </a:pPr>
            <a:r>
              <a:rPr lang="en-GB" sz="4400" kern="1200" dirty="0">
                <a:solidFill>
                  <a:schemeClr val="tx1"/>
                </a:solidFill>
                <a:latin typeface="+mj-lt"/>
                <a:ea typeface="+mj-ea"/>
                <a:cs typeface="+mj-cs"/>
              </a:rPr>
              <a:t>Tenant Preference Analysis</a:t>
            </a:r>
          </a:p>
        </p:txBody>
      </p:sp>
    </p:spTree>
    <p:extLst>
      <p:ext uri="{BB962C8B-B14F-4D97-AF65-F5344CB8AC3E}">
        <p14:creationId xmlns:p14="http://schemas.microsoft.com/office/powerpoint/2010/main" val="18616875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8E29FB8-55DB-83BB-1ED6-9F12DC4E3BE8}"/>
              </a:ext>
            </a:extLst>
          </p:cNvPr>
          <p:cNvPicPr>
            <a:picLocks noChangeAspect="1"/>
          </p:cNvPicPr>
          <p:nvPr/>
        </p:nvPicPr>
        <p:blipFill>
          <a:blip r:embed="rId2"/>
          <a:stretch>
            <a:fillRect/>
          </a:stretch>
        </p:blipFill>
        <p:spPr>
          <a:xfrm>
            <a:off x="310896" y="1261872"/>
            <a:ext cx="11658600" cy="4864608"/>
          </a:xfrm>
          <a:prstGeom prst="rect">
            <a:avLst/>
          </a:prstGeom>
        </p:spPr>
      </p:pic>
      <p:sp>
        <p:nvSpPr>
          <p:cNvPr id="5" name="TextBox 4">
            <a:extLst>
              <a:ext uri="{FF2B5EF4-FFF2-40B4-BE49-F238E27FC236}">
                <a16:creationId xmlns:a16="http://schemas.microsoft.com/office/drawing/2014/main" id="{59528CCC-34F3-C5E9-FD9A-B49541A45E72}"/>
              </a:ext>
            </a:extLst>
          </p:cNvPr>
          <p:cNvSpPr txBox="1"/>
          <p:nvPr/>
        </p:nvSpPr>
        <p:spPr>
          <a:xfrm>
            <a:off x="47244" y="553811"/>
            <a:ext cx="12097512" cy="355418"/>
          </a:xfrm>
          <a:prstGeom prst="rect">
            <a:avLst/>
          </a:prstGeom>
          <a:noFill/>
        </p:spPr>
        <p:txBody>
          <a:bodyPr wrap="square">
            <a:spAutoFit/>
          </a:bodyPr>
          <a:lstStyle>
            <a:defPPr marR="0" lvl="0" algn="l" rtl="0">
              <a:lnSpc>
                <a:spcPct val="100000"/>
              </a:lnSpc>
              <a:spcBef>
                <a:spcPts val="0"/>
              </a:spcBef>
              <a:spcAft>
                <a:spcPts val="0"/>
              </a:spcAft>
            </a:defPPr>
            <a:lvl1pPr algn="ctr">
              <a:lnSpc>
                <a:spcPts val="1425"/>
              </a:lnSpc>
              <a:buNone/>
              <a:defRPr sz="4400" kern="1200">
                <a:solidFill>
                  <a:schemeClr val="tx1"/>
                </a:solidFill>
                <a:latin typeface="+mj-lt"/>
                <a:ea typeface="+mj-ea"/>
                <a:cs typeface="+mj-cs"/>
              </a:defRPr>
            </a:lvl1pPr>
          </a:lstStyle>
          <a:p>
            <a:r>
              <a:rPr lang="en-GB" dirty="0"/>
              <a:t>Property Facing Direction Analysis</a:t>
            </a:r>
          </a:p>
        </p:txBody>
      </p:sp>
    </p:spTree>
    <p:extLst>
      <p:ext uri="{BB962C8B-B14F-4D97-AF65-F5344CB8AC3E}">
        <p14:creationId xmlns:p14="http://schemas.microsoft.com/office/powerpoint/2010/main" val="34305510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F6B235E-2E7F-0333-761F-7361E78CE4FB}"/>
              </a:ext>
            </a:extLst>
          </p:cNvPr>
          <p:cNvPicPr>
            <a:picLocks noChangeAspect="1"/>
          </p:cNvPicPr>
          <p:nvPr/>
        </p:nvPicPr>
        <p:blipFill>
          <a:blip r:embed="rId3"/>
          <a:stretch>
            <a:fillRect/>
          </a:stretch>
        </p:blipFill>
        <p:spPr>
          <a:xfrm>
            <a:off x="201168" y="1188720"/>
            <a:ext cx="11585448" cy="5061209"/>
          </a:xfrm>
          <a:prstGeom prst="rect">
            <a:avLst/>
          </a:prstGeom>
        </p:spPr>
      </p:pic>
      <p:sp>
        <p:nvSpPr>
          <p:cNvPr id="5" name="TextBox 4">
            <a:extLst>
              <a:ext uri="{FF2B5EF4-FFF2-40B4-BE49-F238E27FC236}">
                <a16:creationId xmlns:a16="http://schemas.microsoft.com/office/drawing/2014/main" id="{851C890C-C70B-F2BD-2119-BB07C0BB8157}"/>
              </a:ext>
            </a:extLst>
          </p:cNvPr>
          <p:cNvSpPr txBox="1"/>
          <p:nvPr/>
        </p:nvSpPr>
        <p:spPr>
          <a:xfrm>
            <a:off x="0" y="608655"/>
            <a:ext cx="12192000" cy="355418"/>
          </a:xfrm>
          <a:prstGeom prst="rect">
            <a:avLst/>
          </a:prstGeom>
          <a:noFill/>
        </p:spPr>
        <p:txBody>
          <a:bodyPr wrap="square">
            <a:spAutoFit/>
          </a:bodyPr>
          <a:lstStyle>
            <a:defPPr marR="0" lvl="0" algn="l" rtl="0">
              <a:lnSpc>
                <a:spcPct val="100000"/>
              </a:lnSpc>
              <a:spcBef>
                <a:spcPts val="0"/>
              </a:spcBef>
              <a:spcAft>
                <a:spcPts val="0"/>
              </a:spcAft>
              <a:defRPr/>
            </a:defPPr>
            <a:lvl1pPr algn="ctr">
              <a:lnSpc>
                <a:spcPts val="1425"/>
              </a:lnSpc>
              <a:buNone/>
              <a:defRPr sz="4400" kern="1200">
                <a:solidFill>
                  <a:schemeClr val="tx1"/>
                </a:solidFill>
                <a:latin typeface="+mj-lt"/>
                <a:ea typeface="+mj-ea"/>
                <a:cs typeface="+mj-cs"/>
              </a:defRPr>
            </a:lvl1pPr>
          </a:lstStyle>
          <a:p>
            <a:r>
              <a:rPr lang="en-US" dirty="0"/>
              <a:t>Average Rental Price Heatmap (BHK vs City)</a:t>
            </a:r>
          </a:p>
        </p:txBody>
      </p:sp>
    </p:spTree>
    <p:extLst>
      <p:ext uri="{BB962C8B-B14F-4D97-AF65-F5344CB8AC3E}">
        <p14:creationId xmlns:p14="http://schemas.microsoft.com/office/powerpoint/2010/main" val="2796451787"/>
      </p:ext>
    </p:extLst>
  </p:cSld>
  <p:clrMapOvr>
    <a:overrideClrMapping bg1="lt1" tx1="dk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D04EA4F-D800-7249-B164-861777C3C823}"/>
              </a:ext>
            </a:extLst>
          </p:cNvPr>
          <p:cNvPicPr>
            <a:picLocks noChangeAspect="1"/>
          </p:cNvPicPr>
          <p:nvPr/>
        </p:nvPicPr>
        <p:blipFill>
          <a:blip r:embed="rId3"/>
          <a:stretch>
            <a:fillRect/>
          </a:stretch>
        </p:blipFill>
        <p:spPr>
          <a:xfrm>
            <a:off x="301752" y="1143000"/>
            <a:ext cx="11494008" cy="5076538"/>
          </a:xfrm>
          <a:prstGeom prst="rect">
            <a:avLst/>
          </a:prstGeom>
        </p:spPr>
      </p:pic>
      <p:sp>
        <p:nvSpPr>
          <p:cNvPr id="5" name="TextBox 4">
            <a:extLst>
              <a:ext uri="{FF2B5EF4-FFF2-40B4-BE49-F238E27FC236}">
                <a16:creationId xmlns:a16="http://schemas.microsoft.com/office/drawing/2014/main" id="{2F97374E-B129-05FB-617A-D527DC6AB04C}"/>
              </a:ext>
            </a:extLst>
          </p:cNvPr>
          <p:cNvSpPr txBox="1"/>
          <p:nvPr/>
        </p:nvSpPr>
        <p:spPr>
          <a:xfrm>
            <a:off x="0" y="531374"/>
            <a:ext cx="12192000" cy="632224"/>
          </a:xfrm>
          <a:prstGeom prst="rect">
            <a:avLst/>
          </a:prstGeom>
          <a:noFill/>
        </p:spPr>
        <p:txBody>
          <a:bodyPr wrap="square">
            <a:spAutoFit/>
          </a:bodyPr>
          <a:lstStyle/>
          <a:p>
            <a:pPr algn="ctr">
              <a:lnSpc>
                <a:spcPts val="1425"/>
              </a:lnSpc>
              <a:buNone/>
            </a:pPr>
            <a:r>
              <a:rPr lang="en-GB" sz="4400" kern="1200" dirty="0">
                <a:solidFill>
                  <a:schemeClr val="tx1"/>
                </a:solidFill>
                <a:latin typeface="+mj-lt"/>
                <a:ea typeface="+mj-ea"/>
                <a:cs typeface="+mj-cs"/>
              </a:rPr>
              <a:t> Bathroom and Balcony Analysis</a:t>
            </a:r>
          </a:p>
          <a:p>
            <a:pPr>
              <a:lnSpc>
                <a:spcPts val="1425"/>
              </a:lnSpc>
              <a:buNone/>
            </a:pPr>
            <a:br>
              <a:rPr lang="en-GB" b="0" dirty="0">
                <a:solidFill>
                  <a:srgbClr val="CCCCCC"/>
                </a:solidFill>
                <a:effectLst/>
                <a:latin typeface="Consolas" panose="020B0609020204030204" pitchFamily="49" charset="0"/>
              </a:rPr>
            </a:br>
            <a:endParaRPr lang="en-GB"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3741123906"/>
      </p:ext>
    </p:extLst>
  </p:cSld>
  <p:clrMapOvr>
    <a:overrideClrMapping bg1="lt1" tx1="dk1" bg2="dk2" tx2="lt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864C5BA-2AD4-4DD0-44DC-56570D03C662}"/>
              </a:ext>
            </a:extLst>
          </p:cNvPr>
          <p:cNvPicPr>
            <a:picLocks noChangeAspect="1"/>
          </p:cNvPicPr>
          <p:nvPr/>
        </p:nvPicPr>
        <p:blipFill>
          <a:blip r:embed="rId2"/>
          <a:stretch>
            <a:fillRect/>
          </a:stretch>
        </p:blipFill>
        <p:spPr>
          <a:xfrm>
            <a:off x="279774" y="218493"/>
            <a:ext cx="11241666" cy="5743395"/>
          </a:xfrm>
          <a:prstGeom prst="rect">
            <a:avLst/>
          </a:prstGeom>
          <a:noFill/>
          <a:ln>
            <a:noFill/>
          </a:ln>
        </p:spPr>
      </p:pic>
    </p:spTree>
    <p:extLst>
      <p:ext uri="{BB962C8B-B14F-4D97-AF65-F5344CB8AC3E}">
        <p14:creationId xmlns:p14="http://schemas.microsoft.com/office/powerpoint/2010/main" val="16413828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F358F2-0930-3AB8-D927-BA01A1C13EF7}"/>
              </a:ext>
            </a:extLst>
          </p:cNvPr>
          <p:cNvPicPr>
            <a:picLocks noChangeAspect="1"/>
          </p:cNvPicPr>
          <p:nvPr/>
        </p:nvPicPr>
        <p:blipFill>
          <a:blip r:embed="rId2"/>
          <a:stretch>
            <a:fillRect/>
          </a:stretch>
        </p:blipFill>
        <p:spPr>
          <a:xfrm>
            <a:off x="60260" y="0"/>
            <a:ext cx="12071480" cy="6858000"/>
          </a:xfrm>
          <a:prstGeom prst="rect">
            <a:avLst/>
          </a:prstGeom>
        </p:spPr>
      </p:pic>
    </p:spTree>
    <p:extLst>
      <p:ext uri="{BB962C8B-B14F-4D97-AF65-F5344CB8AC3E}">
        <p14:creationId xmlns:p14="http://schemas.microsoft.com/office/powerpoint/2010/main" val="2391217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5CEA695-342F-9F6E-4F75-7BDFAE758E99}"/>
              </a:ext>
            </a:extLst>
          </p:cNvPr>
          <p:cNvPicPr>
            <a:picLocks noChangeAspect="1"/>
          </p:cNvPicPr>
          <p:nvPr/>
        </p:nvPicPr>
        <p:blipFill>
          <a:blip r:embed="rId2"/>
          <a:stretch>
            <a:fillRect/>
          </a:stretch>
        </p:blipFill>
        <p:spPr>
          <a:xfrm>
            <a:off x="682741" y="763518"/>
            <a:ext cx="10826517" cy="5330963"/>
          </a:xfrm>
          <a:prstGeom prst="rect">
            <a:avLst/>
          </a:prstGeom>
        </p:spPr>
      </p:pic>
    </p:spTree>
    <p:extLst>
      <p:ext uri="{BB962C8B-B14F-4D97-AF65-F5344CB8AC3E}">
        <p14:creationId xmlns:p14="http://schemas.microsoft.com/office/powerpoint/2010/main" val="37234578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A728178-C979-340A-D379-78B71FA6124F}"/>
              </a:ext>
            </a:extLst>
          </p:cNvPr>
          <p:cNvPicPr>
            <a:picLocks noChangeAspect="1"/>
          </p:cNvPicPr>
          <p:nvPr/>
        </p:nvPicPr>
        <p:blipFill>
          <a:blip r:embed="rId2"/>
          <a:stretch>
            <a:fillRect/>
          </a:stretch>
        </p:blipFill>
        <p:spPr>
          <a:xfrm>
            <a:off x="0" y="1181484"/>
            <a:ext cx="12192000" cy="4495031"/>
          </a:xfrm>
          <a:prstGeom prst="rect">
            <a:avLst/>
          </a:prstGeom>
        </p:spPr>
      </p:pic>
    </p:spTree>
    <p:extLst>
      <p:ext uri="{BB962C8B-B14F-4D97-AF65-F5344CB8AC3E}">
        <p14:creationId xmlns:p14="http://schemas.microsoft.com/office/powerpoint/2010/main" val="13762158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45DDFCE-FBFE-AC7D-445A-2FBB50BB60CA}"/>
              </a:ext>
            </a:extLst>
          </p:cNvPr>
          <p:cNvPicPr>
            <a:picLocks noChangeAspect="1"/>
          </p:cNvPicPr>
          <p:nvPr/>
        </p:nvPicPr>
        <p:blipFill>
          <a:blip r:embed="rId2"/>
          <a:stretch>
            <a:fillRect/>
          </a:stretch>
        </p:blipFill>
        <p:spPr>
          <a:xfrm>
            <a:off x="662489" y="807243"/>
            <a:ext cx="10550942" cy="5243513"/>
          </a:xfrm>
          <a:prstGeom prst="rect">
            <a:avLst/>
          </a:prstGeom>
        </p:spPr>
      </p:pic>
    </p:spTree>
    <p:extLst>
      <p:ext uri="{BB962C8B-B14F-4D97-AF65-F5344CB8AC3E}">
        <p14:creationId xmlns:p14="http://schemas.microsoft.com/office/powerpoint/2010/main" val="24430826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8939D-7835-4D4B-42C8-27566F4A0380}"/>
              </a:ext>
            </a:extLst>
          </p:cNvPr>
          <p:cNvSpPr>
            <a:spLocks noGrp="1"/>
          </p:cNvSpPr>
          <p:nvPr>
            <p:ph type="title"/>
          </p:nvPr>
        </p:nvSpPr>
        <p:spPr/>
        <p:txBody>
          <a:bodyPr>
            <a:normAutofit/>
          </a:bodyPr>
          <a:lstStyle/>
          <a:p>
            <a:r>
              <a:rPr lang="en-US" sz="2000" b="1" dirty="0">
                <a:solidFill>
                  <a:schemeClr val="accent1"/>
                </a:solidFill>
              </a:rPr>
              <a:t>                                                                                   </a:t>
            </a:r>
            <a:r>
              <a:rPr lang="en-US" sz="2000" b="1" dirty="0">
                <a:solidFill>
                  <a:schemeClr val="accent1"/>
                </a:solidFill>
                <a:latin typeface="Times New Roman" panose="02020603050405020304" pitchFamily="18" charset="0"/>
                <a:cs typeface="Times New Roman" panose="02020603050405020304" pitchFamily="18" charset="0"/>
              </a:rPr>
              <a:t>Conclusion</a:t>
            </a:r>
            <a:endParaRPr lang="en-IN" sz="2000" b="1" dirty="0">
              <a:solidFill>
                <a:schemeClr val="accent1"/>
              </a:solidFill>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E0606E9B-38DF-2524-1ACC-0272DC47B164}"/>
              </a:ext>
            </a:extLst>
          </p:cNvPr>
          <p:cNvSpPr>
            <a:spLocks noGrp="1"/>
          </p:cNvSpPr>
          <p:nvPr>
            <p:ph type="body" idx="1"/>
          </p:nvPr>
        </p:nvSpPr>
        <p:spPr/>
        <p:txBody>
          <a:bodyPr>
            <a:normAutofit/>
          </a:bodyPr>
          <a:lstStyle/>
          <a:p>
            <a:pPr marL="114300" indent="0">
              <a:buNone/>
            </a:pPr>
            <a:endParaRPr lang="en-IN" sz="1800" dirty="0"/>
          </a:p>
        </p:txBody>
      </p:sp>
    </p:spTree>
    <p:extLst>
      <p:ext uri="{BB962C8B-B14F-4D97-AF65-F5344CB8AC3E}">
        <p14:creationId xmlns:p14="http://schemas.microsoft.com/office/powerpoint/2010/main" val="25820211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2FBE7-F43D-C2BE-42F7-9B4DAC3D4C97}"/>
              </a:ext>
            </a:extLst>
          </p:cNvPr>
          <p:cNvSpPr>
            <a:spLocks noGrp="1"/>
          </p:cNvSpPr>
          <p:nvPr>
            <p:ph type="title"/>
          </p:nvPr>
        </p:nvSpPr>
        <p:spPr/>
        <p:txBody>
          <a:bodyPr>
            <a:normAutofit/>
          </a:bodyPr>
          <a:lstStyle/>
          <a:p>
            <a:r>
              <a:rPr lang="en-US" sz="2000" b="1" dirty="0"/>
              <a:t>                                                                             </a:t>
            </a:r>
            <a:r>
              <a:rPr lang="en-US" sz="2000" b="1" dirty="0">
                <a:solidFill>
                  <a:schemeClr val="accent1"/>
                </a:solidFill>
                <a:latin typeface="Times New Roman" panose="02020603050405020304" pitchFamily="18" charset="0"/>
                <a:cs typeface="Times New Roman" panose="02020603050405020304" pitchFamily="18" charset="0"/>
              </a:rPr>
              <a:t>Experience</a:t>
            </a:r>
            <a:endParaRPr lang="en-IN" sz="2000" b="1" dirty="0">
              <a:solidFill>
                <a:schemeClr val="accent1"/>
              </a:solidFill>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904607C-AEFD-3DA5-2692-F9FE88D5D44C}"/>
              </a:ext>
            </a:extLst>
          </p:cNvPr>
          <p:cNvSpPr txBox="1"/>
          <p:nvPr/>
        </p:nvSpPr>
        <p:spPr>
          <a:xfrm>
            <a:off x="667103" y="1690688"/>
            <a:ext cx="10275217" cy="1200329"/>
          </a:xfrm>
          <a:prstGeom prst="rect">
            <a:avLst/>
          </a:prstGeom>
          <a:noFill/>
        </p:spPr>
        <p:txBody>
          <a:bodyPr wrap="square">
            <a:spAutoFit/>
          </a:bodyPr>
          <a:lstStyle/>
          <a:p>
            <a:r>
              <a:rPr lang="en-US" sz="1800" dirty="0">
                <a:latin typeface="Times New Roman" panose="02020603050405020304" pitchFamily="18" charset="0"/>
                <a:ea typeface="Calibri" panose="020F0502020204030204" pitchFamily="34" charset="0"/>
                <a:cs typeface="Times New Roman" panose="02020603050405020304" pitchFamily="18" charset="0"/>
              </a:rPr>
              <a:t>Working on the web scraping and data analysis project for the Magic Bricks website has been both an enriching and insightful experience. The project involved several key steps, each presenting its own set of challenges and learning opportunities. </a:t>
            </a:r>
            <a:r>
              <a:rPr lang="en-IN" sz="1800" dirty="0">
                <a:latin typeface="Times New Roman" panose="02020603050405020304" pitchFamily="18" charset="0"/>
                <a:ea typeface="Calibri" panose="020F0502020204030204" pitchFamily="34" charset="0"/>
                <a:cs typeface="Times New Roman" panose="02020603050405020304" pitchFamily="18" charset="0"/>
              </a:rPr>
              <a:t>Utilized tools like BeautifulSoup </a:t>
            </a:r>
            <a:r>
              <a:rPr lang="en-US" sz="1800" dirty="0">
                <a:latin typeface="Times New Roman" panose="02020603050405020304" pitchFamily="18" charset="0"/>
                <a:ea typeface="Calibri" panose="020F0502020204030204" pitchFamily="34" charset="0"/>
                <a:cs typeface="Times New Roman" panose="02020603050405020304" pitchFamily="18" charset="0"/>
              </a:rPr>
              <a:t>to scrape data from the Magic Bricks website</a:t>
            </a:r>
            <a:r>
              <a:rPr lang="en-US" sz="1800" dirty="0">
                <a:latin typeface="Calibri" panose="020F0502020204030204" pitchFamily="34" charset="0"/>
                <a:ea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28842002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EEA87-0024-49E1-64C8-CE80C098B0A6}"/>
              </a:ext>
            </a:extLst>
          </p:cNvPr>
          <p:cNvSpPr>
            <a:spLocks noGrp="1"/>
          </p:cNvSpPr>
          <p:nvPr>
            <p:ph type="title"/>
          </p:nvPr>
        </p:nvSpPr>
        <p:spPr>
          <a:xfrm>
            <a:off x="433633" y="798758"/>
            <a:ext cx="11481846" cy="4357704"/>
          </a:xfrm>
        </p:spPr>
        <p:txBody>
          <a:bodyPr>
            <a:normAutofit/>
          </a:bodyPr>
          <a:lstStyle/>
          <a:p>
            <a:r>
              <a:rPr lang="en-US" sz="5000" dirty="0">
                <a:solidFill>
                  <a:schemeClr val="bg2"/>
                </a:solidFill>
                <a:latin typeface="Times New Roman" panose="02020603050405020304" pitchFamily="18" charset="0"/>
                <a:cs typeface="Times New Roman" panose="02020603050405020304" pitchFamily="18" charset="0"/>
              </a:rPr>
              <a:t>                                Q&amp;A</a:t>
            </a:r>
            <a:endParaRPr lang="en-IN" sz="5000" dirty="0">
              <a:solidFill>
                <a:schemeClr val="bg2"/>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881163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5"/>
          <p:cNvPicPr preferRelativeResize="0"/>
          <p:nvPr/>
        </p:nvPicPr>
        <p:blipFill rotWithShape="1">
          <a:blip r:embed="rId3">
            <a:alphaModFix/>
          </a:blip>
          <a:srcRect/>
          <a:stretch/>
        </p:blipFill>
        <p:spPr>
          <a:xfrm>
            <a:off x="6466516" y="1850749"/>
            <a:ext cx="4465643" cy="2834317"/>
          </a:xfrm>
          <a:prstGeom prst="rect">
            <a:avLst/>
          </a:prstGeom>
          <a:noFill/>
          <a:ln>
            <a:noFill/>
          </a:ln>
        </p:spPr>
      </p:pic>
      <p:sp>
        <p:nvSpPr>
          <p:cNvPr id="117" name="Google Shape;117;p5"/>
          <p:cNvSpPr txBox="1"/>
          <p:nvPr/>
        </p:nvSpPr>
        <p:spPr>
          <a:xfrm>
            <a:off x="1244600" y="2997200"/>
            <a:ext cx="3661836" cy="76944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C00000"/>
              </a:buClr>
              <a:buSzPts val="4400"/>
              <a:buFont typeface="Libre Baskerville"/>
              <a:buNone/>
            </a:pPr>
            <a:r>
              <a:rPr lang="en-IN" sz="4400" b="0" i="0" u="none" strike="noStrike" cap="none">
                <a:solidFill>
                  <a:srgbClr val="C00000"/>
                </a:solidFill>
                <a:latin typeface="Libre Baskerville"/>
                <a:ea typeface="Libre Baskerville"/>
                <a:cs typeface="Libre Baskerville"/>
                <a:sym typeface="Libre Baskerville"/>
              </a:rPr>
              <a:t>THANK YOU</a:t>
            </a: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1688</TotalTime>
  <Words>441</Words>
  <Application>Microsoft Office PowerPoint</Application>
  <PresentationFormat>Widescreen</PresentationFormat>
  <Paragraphs>41</Paragraphs>
  <Slides>23</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Calibri</vt:lpstr>
      <vt:lpstr>Lato Black</vt:lpstr>
      <vt:lpstr>Libre Baskerville</vt:lpstr>
      <vt:lpstr>Times New Roman</vt:lpstr>
      <vt:lpstr>Consolas</vt:lpstr>
      <vt:lpstr>Arial</vt:lpstr>
      <vt:lpstr>Office Theme</vt:lpstr>
      <vt:lpstr>PowerPoint Presentation</vt:lpstr>
      <vt:lpstr>PowerPoint Presentation</vt:lpstr>
      <vt:lpstr>Objective of the data and web scraping details</vt:lpstr>
      <vt:lpstr>                                                                    Exploratory Data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Conclusion</vt:lpstr>
      <vt:lpstr>                                                                             Experience</vt:lpstr>
      <vt:lpstr>                                Q&amp;A</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Raghu Ram Aduri</dc:creator>
  <cp:lastModifiedBy>KUNAL SOLANKI</cp:lastModifiedBy>
  <cp:revision>3</cp:revision>
  <dcterms:created xsi:type="dcterms:W3CDTF">2021-02-16T05:19:01Z</dcterms:created>
  <dcterms:modified xsi:type="dcterms:W3CDTF">2026-02-09T15:38:02Z</dcterms:modified>
</cp:coreProperties>
</file>