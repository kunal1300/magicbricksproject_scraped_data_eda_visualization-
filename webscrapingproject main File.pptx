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4"/>
    <p:sldId id="261" r:id="rId5"/>
    <p:sldId id="282" r:id="rId6"/>
    <p:sldId id="263" r:id="rId7"/>
    <p:sldId id="264" r:id="rId8"/>
    <p:sldId id="281" r:id="rId9"/>
    <p:sldId id="265" r:id="rId10"/>
    <p:sldId id="271" r:id="rId11"/>
    <p:sldId id="272" r:id="rId12"/>
    <p:sldId id="273" r:id="rId13"/>
    <p:sldId id="274" r:id="rId14"/>
    <p:sldId id="275" r:id="rId15"/>
    <p:sldId id="276" r:id="rId16"/>
    <p:sldId id="262" r:id="rId17"/>
    <p:sldId id="278" r:id="rId18"/>
    <p:sldId id="279" r:id="rId19"/>
    <p:sldId id="267" r:id="rId20"/>
    <p:sldId id="268" r:id="rId21"/>
    <p:sldId id="270" r:id="rId22"/>
    <p:sldId id="259" r:id="rId23"/>
  </p:sldIdLst>
  <p:sldSz cx="12192000" cy="6858000"/>
  <p:notesSz cx="6858000" cy="9144000"/>
  <p:embeddedFontLs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Lato Black" panose="020F0502020204030203" pitchFamily="34" charset="0"/>
      <p:bold r:id="rId29"/>
      <p:boldItalic r:id="rId30"/>
    </p:embeddedFont>
    <p:embeddedFont>
      <p:font typeface="Libre Baskerville" panose="02000000000000000000" pitchFamily="2" charset="0"/>
      <p:regular r:id="rId31"/>
      <p:bold r:id="rId32"/>
      <p: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1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eeth Reddy" userId="3ba44553f756c6fa" providerId="LiveId" clId="{2ED87C39-E66C-478A-9D3E-4ED31E503A6F}"/>
    <pc:docChg chg="custSel addSld delSld modSld">
      <pc:chgData name="Praneeth Reddy" userId="3ba44553f756c6fa" providerId="LiveId" clId="{2ED87C39-E66C-478A-9D3E-4ED31E503A6F}" dt="2024-08-08T10:45:31.407" v="2303" actId="47"/>
      <pc:docMkLst>
        <pc:docMk/>
      </pc:docMkLst>
      <pc:sldChg chg="modSp mod">
        <pc:chgData name="Praneeth Reddy" userId="3ba44553f756c6fa" providerId="LiveId" clId="{2ED87C39-E66C-478A-9D3E-4ED31E503A6F}" dt="2024-08-02T10:27:54.693" v="1700" actId="14100"/>
        <pc:sldMkLst>
          <pc:docMk/>
          <pc:sldMk cId="0" sldId="256"/>
        </pc:sldMkLst>
        <pc:spChg chg="mod">
          <ac:chgData name="Praneeth Reddy" userId="3ba44553f756c6fa" providerId="LiveId" clId="{2ED87C39-E66C-478A-9D3E-4ED31E503A6F}" dt="2024-08-02T10:27:54.693" v="1700" actId="14100"/>
          <ac:spMkLst>
            <pc:docMk/>
            <pc:sldMk cId="0" sldId="256"/>
            <ac:spMk id="2" creationId="{E8A80B09-5689-1D44-7A5E-60EC1AB178C3}"/>
          </ac:spMkLst>
        </pc:spChg>
      </pc:sldChg>
      <pc:sldChg chg="modSp mod">
        <pc:chgData name="Praneeth Reddy" userId="3ba44553f756c6fa" providerId="LiveId" clId="{2ED87C39-E66C-478A-9D3E-4ED31E503A6F}" dt="2024-08-07T10:26:44.283" v="1882" actId="20577"/>
        <pc:sldMkLst>
          <pc:docMk/>
          <pc:sldMk cId="0" sldId="257"/>
        </pc:sldMkLst>
        <pc:spChg chg="mod">
          <ac:chgData name="Praneeth Reddy" userId="3ba44553f756c6fa" providerId="LiveId" clId="{2ED87C39-E66C-478A-9D3E-4ED31E503A6F}" dt="2024-08-07T10:26:44.283" v="1882" actId="20577"/>
          <ac:spMkLst>
            <pc:docMk/>
            <pc:sldMk cId="0" sldId="257"/>
            <ac:spMk id="104" creationId="{00000000-0000-0000-0000-000000000000}"/>
          </ac:spMkLst>
        </pc:spChg>
      </pc:sldChg>
      <pc:sldChg chg="del">
        <pc:chgData name="Praneeth Reddy" userId="3ba44553f756c6fa" providerId="LiveId" clId="{2ED87C39-E66C-478A-9D3E-4ED31E503A6F}" dt="2024-08-07T10:32:57.892" v="1884" actId="47"/>
        <pc:sldMkLst>
          <pc:docMk/>
          <pc:sldMk cId="0" sldId="258"/>
        </pc:sldMkLst>
      </pc:sldChg>
      <pc:sldChg chg="modSp new mod">
        <pc:chgData name="Praneeth Reddy" userId="3ba44553f756c6fa" providerId="LiveId" clId="{2ED87C39-E66C-478A-9D3E-4ED31E503A6F}" dt="2024-08-07T10:36:56.051" v="1885" actId="207"/>
        <pc:sldMkLst>
          <pc:docMk/>
          <pc:sldMk cId="1528119205" sldId="260"/>
        </pc:sldMkLst>
        <pc:spChg chg="mod">
          <ac:chgData name="Praneeth Reddy" userId="3ba44553f756c6fa" providerId="LiveId" clId="{2ED87C39-E66C-478A-9D3E-4ED31E503A6F}" dt="2024-08-07T10:36:56.051" v="1885" actId="207"/>
          <ac:spMkLst>
            <pc:docMk/>
            <pc:sldMk cId="1528119205" sldId="260"/>
            <ac:spMk id="2" creationId="{3F113AB6-15C4-6BFD-8567-C1D75DF0A460}"/>
          </ac:spMkLst>
        </pc:spChg>
        <pc:spChg chg="mod">
          <ac:chgData name="Praneeth Reddy" userId="3ba44553f756c6fa" providerId="LiveId" clId="{2ED87C39-E66C-478A-9D3E-4ED31E503A6F}" dt="2024-08-02T10:30:09.930" v="1714" actId="2711"/>
          <ac:spMkLst>
            <pc:docMk/>
            <pc:sldMk cId="1528119205" sldId="260"/>
            <ac:spMk id="3" creationId="{DCD99D80-E4F7-72F1-F7F8-76132A97C84A}"/>
          </ac:spMkLst>
        </pc:spChg>
      </pc:sldChg>
      <pc:sldChg chg="modSp new del mod">
        <pc:chgData name="Praneeth Reddy" userId="3ba44553f756c6fa" providerId="LiveId" clId="{2ED87C39-E66C-478A-9D3E-4ED31E503A6F}" dt="2024-08-02T06:27:40.565" v="541" actId="47"/>
        <pc:sldMkLst>
          <pc:docMk/>
          <pc:sldMk cId="14969450" sldId="261"/>
        </pc:sldMkLst>
        <pc:spChg chg="mod">
          <ac:chgData name="Praneeth Reddy" userId="3ba44553f756c6fa" providerId="LiveId" clId="{2ED87C39-E66C-478A-9D3E-4ED31E503A6F}" dt="2024-08-02T06:26:46.295" v="540" actId="20577"/>
          <ac:spMkLst>
            <pc:docMk/>
            <pc:sldMk cId="14969450" sldId="261"/>
            <ac:spMk id="2" creationId="{A4958B70-5BBD-7BAD-4F15-BD767BB9EF8E}"/>
          </ac:spMkLst>
        </pc:spChg>
      </pc:sldChg>
      <pc:sldChg chg="modSp new mod">
        <pc:chgData name="Praneeth Reddy" userId="3ba44553f756c6fa" providerId="LiveId" clId="{2ED87C39-E66C-478A-9D3E-4ED31E503A6F}" dt="2024-08-07T10:39:13.097" v="1904" actId="2711"/>
        <pc:sldMkLst>
          <pc:docMk/>
          <pc:sldMk cId="2279754548" sldId="261"/>
        </pc:sldMkLst>
        <pc:spChg chg="mod">
          <ac:chgData name="Praneeth Reddy" userId="3ba44553f756c6fa" providerId="LiveId" clId="{2ED87C39-E66C-478A-9D3E-4ED31E503A6F}" dt="2024-08-07T10:37:15.618" v="1886" actId="207"/>
          <ac:spMkLst>
            <pc:docMk/>
            <pc:sldMk cId="2279754548" sldId="261"/>
            <ac:spMk id="2" creationId="{D295BDDF-B548-E889-62AA-59D284B1E5BB}"/>
          </ac:spMkLst>
        </pc:spChg>
        <pc:spChg chg="mod">
          <ac:chgData name="Praneeth Reddy" userId="3ba44553f756c6fa" providerId="LiveId" clId="{2ED87C39-E66C-478A-9D3E-4ED31E503A6F}" dt="2024-08-07T10:39:13.097" v="1904" actId="2711"/>
          <ac:spMkLst>
            <pc:docMk/>
            <pc:sldMk cId="2279754548" sldId="261"/>
            <ac:spMk id="3" creationId="{7D444F71-FACA-25D7-AB3F-F98167A024B4}"/>
          </ac:spMkLst>
        </pc:spChg>
      </pc:sldChg>
      <pc:sldChg chg="addSp delSp modSp new mod">
        <pc:chgData name="Praneeth Reddy" userId="3ba44553f756c6fa" providerId="LiveId" clId="{2ED87C39-E66C-478A-9D3E-4ED31E503A6F}" dt="2024-08-07T10:40:32.130" v="1907" actId="1076"/>
        <pc:sldMkLst>
          <pc:docMk/>
          <pc:sldMk cId="1641382899" sldId="262"/>
        </pc:sldMkLst>
        <pc:spChg chg="mod">
          <ac:chgData name="Praneeth Reddy" userId="3ba44553f756c6fa" providerId="LiveId" clId="{2ED87C39-E66C-478A-9D3E-4ED31E503A6F}" dt="2024-08-07T10:37:28.689" v="1887" actId="207"/>
          <ac:spMkLst>
            <pc:docMk/>
            <pc:sldMk cId="1641382899" sldId="262"/>
            <ac:spMk id="2" creationId="{474F2F15-996A-AFE3-3E03-08D23A82DB02}"/>
          </ac:spMkLst>
        </pc:spChg>
        <pc:picChg chg="add del mod">
          <ac:chgData name="Praneeth Reddy" userId="3ba44553f756c6fa" providerId="LiveId" clId="{2ED87C39-E66C-478A-9D3E-4ED31E503A6F}" dt="2024-08-07T10:39:49.336" v="1905" actId="478"/>
          <ac:picMkLst>
            <pc:docMk/>
            <pc:sldMk cId="1641382899" sldId="262"/>
            <ac:picMk id="4" creationId="{824E572E-4D3D-6840-5952-2F56EA4D4904}"/>
          </ac:picMkLst>
        </pc:picChg>
        <pc:picChg chg="add mod">
          <ac:chgData name="Praneeth Reddy" userId="3ba44553f756c6fa" providerId="LiveId" clId="{2ED87C39-E66C-478A-9D3E-4ED31E503A6F}" dt="2024-08-07T10:40:32.130" v="1907" actId="1076"/>
          <ac:picMkLst>
            <pc:docMk/>
            <pc:sldMk cId="1641382899" sldId="262"/>
            <ac:picMk id="5" creationId="{B70E21C6-A5CA-E540-84DA-F0F1A71407C5}"/>
          </ac:picMkLst>
        </pc:picChg>
      </pc:sldChg>
      <pc:sldChg chg="addSp delSp modSp new mod">
        <pc:chgData name="Praneeth Reddy" userId="3ba44553f756c6fa" providerId="LiveId" clId="{2ED87C39-E66C-478A-9D3E-4ED31E503A6F}" dt="2024-08-07T10:43:29.286" v="1921" actId="14100"/>
        <pc:sldMkLst>
          <pc:docMk/>
          <pc:sldMk cId="1174523993" sldId="263"/>
        </pc:sldMkLst>
        <pc:spChg chg="mod">
          <ac:chgData name="Praneeth Reddy" userId="3ba44553f756c6fa" providerId="LiveId" clId="{2ED87C39-E66C-478A-9D3E-4ED31E503A6F}" dt="2024-08-07T10:37:43.750" v="1888" actId="207"/>
          <ac:spMkLst>
            <pc:docMk/>
            <pc:sldMk cId="1174523993" sldId="263"/>
            <ac:spMk id="2" creationId="{BCBC1285-634A-D8E6-503A-26449A2D563E}"/>
          </ac:spMkLst>
        </pc:spChg>
        <pc:picChg chg="add del mod">
          <ac:chgData name="Praneeth Reddy" userId="3ba44553f756c6fa" providerId="LiveId" clId="{2ED87C39-E66C-478A-9D3E-4ED31E503A6F}" dt="2024-08-07T10:42:06.365" v="1914" actId="478"/>
          <ac:picMkLst>
            <pc:docMk/>
            <pc:sldMk cId="1174523993" sldId="263"/>
            <ac:picMk id="4" creationId="{C17EBF3B-8B0C-65BD-A561-50FF8C1EBD7D}"/>
          </ac:picMkLst>
        </pc:picChg>
        <pc:picChg chg="add mod">
          <ac:chgData name="Praneeth Reddy" userId="3ba44553f756c6fa" providerId="LiveId" clId="{2ED87C39-E66C-478A-9D3E-4ED31E503A6F}" dt="2024-08-07T10:42:47.069" v="1917" actId="1076"/>
          <ac:picMkLst>
            <pc:docMk/>
            <pc:sldMk cId="1174523993" sldId="263"/>
            <ac:picMk id="5" creationId="{8AA48AA3-1F16-9AEC-8367-4D6E5F1E6063}"/>
          </ac:picMkLst>
        </pc:picChg>
        <pc:picChg chg="add del mod">
          <ac:chgData name="Praneeth Reddy" userId="3ba44553f756c6fa" providerId="LiveId" clId="{2ED87C39-E66C-478A-9D3E-4ED31E503A6F}" dt="2024-08-07T10:42:08.729" v="1915" actId="478"/>
          <ac:picMkLst>
            <pc:docMk/>
            <pc:sldMk cId="1174523993" sldId="263"/>
            <ac:picMk id="6" creationId="{0866596C-A593-AE76-4615-81CA7958A91A}"/>
          </ac:picMkLst>
        </pc:picChg>
        <pc:picChg chg="add mod">
          <ac:chgData name="Praneeth Reddy" userId="3ba44553f756c6fa" providerId="LiveId" clId="{2ED87C39-E66C-478A-9D3E-4ED31E503A6F}" dt="2024-08-07T10:43:29.286" v="1921" actId="14100"/>
          <ac:picMkLst>
            <pc:docMk/>
            <pc:sldMk cId="1174523993" sldId="263"/>
            <ac:picMk id="8" creationId="{B85CB3F0-397F-3523-84E9-3A0D16BBCE32}"/>
          </ac:picMkLst>
        </pc:picChg>
      </pc:sldChg>
      <pc:sldChg chg="addSp delSp modSp new mod">
        <pc:chgData name="Praneeth Reddy" userId="3ba44553f756c6fa" providerId="LiveId" clId="{2ED87C39-E66C-478A-9D3E-4ED31E503A6F}" dt="2024-08-07T10:41:56.164" v="1913" actId="1076"/>
        <pc:sldMkLst>
          <pc:docMk/>
          <pc:sldMk cId="1900967447" sldId="264"/>
        </pc:sldMkLst>
        <pc:picChg chg="add del mod">
          <ac:chgData name="Praneeth Reddy" userId="3ba44553f756c6fa" providerId="LiveId" clId="{2ED87C39-E66C-478A-9D3E-4ED31E503A6F}" dt="2024-08-07T10:40:42.815" v="1908" actId="478"/>
          <ac:picMkLst>
            <pc:docMk/>
            <pc:sldMk cId="1900967447" sldId="264"/>
            <ac:picMk id="3" creationId="{B61B307C-0326-05E1-B89C-844F120AAE27}"/>
          </ac:picMkLst>
        </pc:picChg>
        <pc:picChg chg="add mod">
          <ac:chgData name="Praneeth Reddy" userId="3ba44553f756c6fa" providerId="LiveId" clId="{2ED87C39-E66C-478A-9D3E-4ED31E503A6F}" dt="2024-08-07T10:41:21.722" v="1911" actId="1076"/>
          <ac:picMkLst>
            <pc:docMk/>
            <pc:sldMk cId="1900967447" sldId="264"/>
            <ac:picMk id="4" creationId="{885B3094-04D3-C6B8-D085-279299E68206}"/>
          </ac:picMkLst>
        </pc:picChg>
        <pc:picChg chg="add del mod">
          <ac:chgData name="Praneeth Reddy" userId="3ba44553f756c6fa" providerId="LiveId" clId="{2ED87C39-E66C-478A-9D3E-4ED31E503A6F}" dt="2024-08-07T10:40:44.818" v="1909" actId="478"/>
          <ac:picMkLst>
            <pc:docMk/>
            <pc:sldMk cId="1900967447" sldId="264"/>
            <ac:picMk id="5" creationId="{AF09B8AC-DD3F-F46F-C5FD-AE81D34EFB8E}"/>
          </ac:picMkLst>
        </pc:picChg>
        <pc:picChg chg="add mod">
          <ac:chgData name="Praneeth Reddy" userId="3ba44553f756c6fa" providerId="LiveId" clId="{2ED87C39-E66C-478A-9D3E-4ED31E503A6F}" dt="2024-08-07T10:41:56.164" v="1913" actId="1076"/>
          <ac:picMkLst>
            <pc:docMk/>
            <pc:sldMk cId="1900967447" sldId="264"/>
            <ac:picMk id="7" creationId="{D939EDCD-0978-1226-4150-960B07F999EF}"/>
          </ac:picMkLst>
        </pc:picChg>
      </pc:sldChg>
      <pc:sldChg chg="addSp modSp new mod">
        <pc:chgData name="Praneeth Reddy" userId="3ba44553f756c6fa" providerId="LiveId" clId="{2ED87C39-E66C-478A-9D3E-4ED31E503A6F}" dt="2024-08-02T10:07:57.303" v="1380" actId="1076"/>
        <pc:sldMkLst>
          <pc:docMk/>
          <pc:sldMk cId="3154108425" sldId="265"/>
        </pc:sldMkLst>
        <pc:picChg chg="add mod">
          <ac:chgData name="Praneeth Reddy" userId="3ba44553f756c6fa" providerId="LiveId" clId="{2ED87C39-E66C-478A-9D3E-4ED31E503A6F}" dt="2024-08-02T10:07:52.469" v="1378" actId="1076"/>
          <ac:picMkLst>
            <pc:docMk/>
            <pc:sldMk cId="3154108425" sldId="265"/>
            <ac:picMk id="3" creationId="{E80DD6CA-59F1-3B3F-823B-3B7A57610B27}"/>
          </ac:picMkLst>
        </pc:picChg>
        <pc:picChg chg="add mod">
          <ac:chgData name="Praneeth Reddy" userId="3ba44553f756c6fa" providerId="LiveId" clId="{2ED87C39-E66C-478A-9D3E-4ED31E503A6F}" dt="2024-08-02T10:07:57.303" v="1380" actId="1076"/>
          <ac:picMkLst>
            <pc:docMk/>
            <pc:sldMk cId="3154108425" sldId="265"/>
            <ac:picMk id="5" creationId="{75C00046-F281-D26C-B542-5924A463148F}"/>
          </ac:picMkLst>
        </pc:picChg>
      </pc:sldChg>
      <pc:sldChg chg="modSp new del mod">
        <pc:chgData name="Praneeth Reddy" userId="3ba44553f756c6fa" providerId="LiveId" clId="{2ED87C39-E66C-478A-9D3E-4ED31E503A6F}" dt="2024-08-02T11:43:53.231" v="1731" actId="47"/>
        <pc:sldMkLst>
          <pc:docMk/>
          <pc:sldMk cId="2405515186" sldId="266"/>
        </pc:sldMkLst>
        <pc:spChg chg="mod">
          <ac:chgData name="Praneeth Reddy" userId="3ba44553f756c6fa" providerId="LiveId" clId="{2ED87C39-E66C-478A-9D3E-4ED31E503A6F}" dt="2024-08-02T10:31:50.503" v="1724" actId="2711"/>
          <ac:spMkLst>
            <pc:docMk/>
            <pc:sldMk cId="2405515186" sldId="266"/>
            <ac:spMk id="2" creationId="{72912733-6EAB-FD29-541F-C5F711966468}"/>
          </ac:spMkLst>
        </pc:spChg>
      </pc:sldChg>
      <pc:sldChg chg="new del">
        <pc:chgData name="Praneeth Reddy" userId="3ba44553f756c6fa" providerId="LiveId" clId="{2ED87C39-E66C-478A-9D3E-4ED31E503A6F}" dt="2024-08-02T10:08:06.116" v="1381" actId="47"/>
        <pc:sldMkLst>
          <pc:docMk/>
          <pc:sldMk cId="3094937936" sldId="266"/>
        </pc:sldMkLst>
      </pc:sldChg>
      <pc:sldChg chg="modSp new mod">
        <pc:chgData name="Praneeth Reddy" userId="3ba44553f756c6fa" providerId="LiveId" clId="{2ED87C39-E66C-478A-9D3E-4ED31E503A6F}" dt="2024-08-07T10:38:05.924" v="1890" actId="207"/>
        <pc:sldMkLst>
          <pc:docMk/>
          <pc:sldMk cId="2582021120" sldId="267"/>
        </pc:sldMkLst>
        <pc:spChg chg="mod">
          <ac:chgData name="Praneeth Reddy" userId="3ba44553f756c6fa" providerId="LiveId" clId="{2ED87C39-E66C-478A-9D3E-4ED31E503A6F}" dt="2024-08-07T10:38:05.924" v="1890" actId="207"/>
          <ac:spMkLst>
            <pc:docMk/>
            <pc:sldMk cId="2582021120" sldId="267"/>
            <ac:spMk id="2" creationId="{FA68939D-7835-4D4B-42C8-27566F4A0380}"/>
          </ac:spMkLst>
        </pc:spChg>
        <pc:spChg chg="mod">
          <ac:chgData name="Praneeth Reddy" userId="3ba44553f756c6fa" providerId="LiveId" clId="{2ED87C39-E66C-478A-9D3E-4ED31E503A6F}" dt="2024-08-02T10:32:15.344" v="1727" actId="113"/>
          <ac:spMkLst>
            <pc:docMk/>
            <pc:sldMk cId="2582021120" sldId="267"/>
            <ac:spMk id="3" creationId="{E0606E9B-38DF-2524-1ACC-0272DC47B164}"/>
          </ac:spMkLst>
        </pc:spChg>
      </pc:sldChg>
      <pc:sldChg chg="addSp delSp modSp new del mod">
        <pc:chgData name="Praneeth Reddy" userId="3ba44553f756c6fa" providerId="LiveId" clId="{2ED87C39-E66C-478A-9D3E-4ED31E503A6F}" dt="2024-08-02T10:22:59.592" v="1587" actId="47"/>
        <pc:sldMkLst>
          <pc:docMk/>
          <pc:sldMk cId="894252385" sldId="268"/>
        </pc:sldMkLst>
        <pc:spChg chg="add del mod">
          <ac:chgData name="Praneeth Reddy" userId="3ba44553f756c6fa" providerId="LiveId" clId="{2ED87C39-E66C-478A-9D3E-4ED31E503A6F}" dt="2024-08-02T10:22:54.395" v="1586" actId="478"/>
          <ac:spMkLst>
            <pc:docMk/>
            <pc:sldMk cId="894252385" sldId="268"/>
            <ac:spMk id="3" creationId="{AE900754-3713-88D5-7B27-8489EE3ECFDD}"/>
          </ac:spMkLst>
        </pc:spChg>
      </pc:sldChg>
      <pc:sldChg chg="addSp modSp new mod">
        <pc:chgData name="Praneeth Reddy" userId="3ba44553f756c6fa" providerId="LiveId" clId="{2ED87C39-E66C-478A-9D3E-4ED31E503A6F}" dt="2024-08-07T10:38:14.249" v="1891" actId="207"/>
        <pc:sldMkLst>
          <pc:docMk/>
          <pc:sldMk cId="2884200202" sldId="268"/>
        </pc:sldMkLst>
        <pc:spChg chg="mod">
          <ac:chgData name="Praneeth Reddy" userId="3ba44553f756c6fa" providerId="LiveId" clId="{2ED87C39-E66C-478A-9D3E-4ED31E503A6F}" dt="2024-08-07T10:38:14.249" v="1891" actId="207"/>
          <ac:spMkLst>
            <pc:docMk/>
            <pc:sldMk cId="2884200202" sldId="268"/>
            <ac:spMk id="2" creationId="{3FA2FBE7-F43D-C2BE-42F7-9B4DAC3D4C97}"/>
          </ac:spMkLst>
        </pc:spChg>
        <pc:spChg chg="add mod">
          <ac:chgData name="Praneeth Reddy" userId="3ba44553f756c6fa" providerId="LiveId" clId="{2ED87C39-E66C-478A-9D3E-4ED31E503A6F}" dt="2024-08-07T10:27:40.004" v="1883" actId="20577"/>
          <ac:spMkLst>
            <pc:docMk/>
            <pc:sldMk cId="2884200202" sldId="268"/>
            <ac:spMk id="4" creationId="{A904607C-AEFD-3DA5-2692-F9FE88D5D44C}"/>
          </ac:spMkLst>
        </pc:spChg>
      </pc:sldChg>
      <pc:sldChg chg="addSp delSp modSp new del mod">
        <pc:chgData name="Praneeth Reddy" userId="3ba44553f756c6fa" providerId="LiveId" clId="{2ED87C39-E66C-478A-9D3E-4ED31E503A6F}" dt="2024-08-08T10:45:31.407" v="2303" actId="47"/>
        <pc:sldMkLst>
          <pc:docMk/>
          <pc:sldMk cId="110479989" sldId="269"/>
        </pc:sldMkLst>
        <pc:spChg chg="mod">
          <ac:chgData name="Praneeth Reddy" userId="3ba44553f756c6fa" providerId="LiveId" clId="{2ED87C39-E66C-478A-9D3E-4ED31E503A6F}" dt="2024-08-07T10:44:59.291" v="1927" actId="14100"/>
          <ac:spMkLst>
            <pc:docMk/>
            <pc:sldMk cId="110479989" sldId="269"/>
            <ac:spMk id="2" creationId="{E8359670-C31E-A541-A7BD-589C6590E36D}"/>
          </ac:spMkLst>
        </pc:spChg>
        <pc:picChg chg="add del mod">
          <ac:chgData name="Praneeth Reddy" userId="3ba44553f756c6fa" providerId="LiveId" clId="{2ED87C39-E66C-478A-9D3E-4ED31E503A6F}" dt="2024-08-07T10:43:47.889" v="1922" actId="478"/>
          <ac:picMkLst>
            <pc:docMk/>
            <pc:sldMk cId="110479989" sldId="269"/>
            <ac:picMk id="4" creationId="{5EFF7CA0-91EC-CD68-3D27-86D43F82DED0}"/>
          </ac:picMkLst>
        </pc:picChg>
        <pc:picChg chg="add del mod">
          <ac:chgData name="Praneeth Reddy" userId="3ba44553f756c6fa" providerId="LiveId" clId="{2ED87C39-E66C-478A-9D3E-4ED31E503A6F}" dt="2024-08-07T10:45:12.610" v="1928" actId="478"/>
          <ac:picMkLst>
            <pc:docMk/>
            <pc:sldMk cId="110479989" sldId="269"/>
            <ac:picMk id="5" creationId="{C1C25CDB-742E-37C0-C802-2C540066B704}"/>
          </ac:picMkLst>
        </pc:picChg>
        <pc:picChg chg="add del mod">
          <ac:chgData name="Praneeth Reddy" userId="3ba44553f756c6fa" providerId="LiveId" clId="{2ED87C39-E66C-478A-9D3E-4ED31E503A6F}" dt="2024-08-07T10:43:50.138" v="1923" actId="478"/>
          <ac:picMkLst>
            <pc:docMk/>
            <pc:sldMk cId="110479989" sldId="269"/>
            <ac:picMk id="6" creationId="{0F117A95-39DE-FB84-D724-DD0290CE1CF5}"/>
          </ac:picMkLst>
        </pc:picChg>
        <pc:picChg chg="add mod">
          <ac:chgData name="Praneeth Reddy" userId="3ba44553f756c6fa" providerId="LiveId" clId="{2ED87C39-E66C-478A-9D3E-4ED31E503A6F}" dt="2024-08-07T10:45:49.340" v="1930" actId="1076"/>
          <ac:picMkLst>
            <pc:docMk/>
            <pc:sldMk cId="110479989" sldId="269"/>
            <ac:picMk id="8" creationId="{E1D87D6B-8B6D-DAF5-9FC2-BE28D902B899}"/>
          </ac:picMkLst>
        </pc:picChg>
        <pc:picChg chg="add mod">
          <ac:chgData name="Praneeth Reddy" userId="3ba44553f756c6fa" providerId="LiveId" clId="{2ED87C39-E66C-478A-9D3E-4ED31E503A6F}" dt="2024-08-07T10:46:32.411" v="1935" actId="14100"/>
          <ac:picMkLst>
            <pc:docMk/>
            <pc:sldMk cId="110479989" sldId="269"/>
            <ac:picMk id="10" creationId="{0D4B1569-2D35-3C6A-6B17-AFDCDF74031D}"/>
          </ac:picMkLst>
        </pc:picChg>
      </pc:sldChg>
      <pc:sldChg chg="new del">
        <pc:chgData name="Praneeth Reddy" userId="3ba44553f756c6fa" providerId="LiveId" clId="{2ED87C39-E66C-478A-9D3E-4ED31E503A6F}" dt="2024-08-02T11:44:14.333" v="1733" actId="47"/>
        <pc:sldMkLst>
          <pc:docMk/>
          <pc:sldMk cId="1967147829" sldId="269"/>
        </pc:sldMkLst>
      </pc:sldChg>
      <pc:sldChg chg="modSp new mod">
        <pc:chgData name="Praneeth Reddy" userId="3ba44553f756c6fa" providerId="LiveId" clId="{2ED87C39-E66C-478A-9D3E-4ED31E503A6F}" dt="2024-08-07T10:48:03.531" v="2016" actId="20577"/>
        <pc:sldMkLst>
          <pc:docMk/>
          <pc:sldMk cId="1288116348" sldId="270"/>
        </pc:sldMkLst>
        <pc:spChg chg="mod">
          <ac:chgData name="Praneeth Reddy" userId="3ba44553f756c6fa" providerId="LiveId" clId="{2ED87C39-E66C-478A-9D3E-4ED31E503A6F}" dt="2024-08-07T10:48:03.531" v="2016" actId="20577"/>
          <ac:spMkLst>
            <pc:docMk/>
            <pc:sldMk cId="1288116348" sldId="270"/>
            <ac:spMk id="2" creationId="{14BEEA87-0024-49E1-64C8-CE80C098B0A6}"/>
          </ac:spMkLst>
        </pc:spChg>
      </pc:sldChg>
      <pc:sldChg chg="addSp modSp new mod">
        <pc:chgData name="Praneeth Reddy" userId="3ba44553f756c6fa" providerId="LiveId" clId="{2ED87C39-E66C-478A-9D3E-4ED31E503A6F}" dt="2024-08-07T10:54:35.749" v="2023" actId="14100"/>
        <pc:sldMkLst>
          <pc:docMk/>
          <pc:sldMk cId="372715865" sldId="271"/>
        </pc:sldMkLst>
        <pc:picChg chg="add mod">
          <ac:chgData name="Praneeth Reddy" userId="3ba44553f756c6fa" providerId="LiveId" clId="{2ED87C39-E66C-478A-9D3E-4ED31E503A6F}" dt="2024-08-07T10:54:35.749" v="2023" actId="14100"/>
          <ac:picMkLst>
            <pc:docMk/>
            <pc:sldMk cId="372715865" sldId="271"/>
            <ac:picMk id="3" creationId="{CD077362-DEDE-C9B4-956E-1C15544F0738}"/>
          </ac:picMkLst>
        </pc:picChg>
      </pc:sldChg>
      <pc:sldChg chg="new del">
        <pc:chgData name="Praneeth Reddy" userId="3ba44553f756c6fa" providerId="LiveId" clId="{2ED87C39-E66C-478A-9D3E-4ED31E503A6F}" dt="2024-08-08T10:41:06.067" v="2025" actId="47"/>
        <pc:sldMkLst>
          <pc:docMk/>
          <pc:sldMk cId="1090392048" sldId="272"/>
        </pc:sldMkLst>
      </pc:sldChg>
      <pc:sldChg chg="addSp modSp new mod">
        <pc:chgData name="Praneeth Reddy" userId="3ba44553f756c6fa" providerId="LiveId" clId="{2ED87C39-E66C-478A-9D3E-4ED31E503A6F}" dt="2024-08-08T10:45:20.427" v="2302" actId="20577"/>
        <pc:sldMkLst>
          <pc:docMk/>
          <pc:sldMk cId="3221296733" sldId="272"/>
        </pc:sldMkLst>
        <pc:spChg chg="mod">
          <ac:chgData name="Praneeth Reddy" userId="3ba44553f756c6fa" providerId="LiveId" clId="{2ED87C39-E66C-478A-9D3E-4ED31E503A6F}" dt="2024-08-08T10:45:20.427" v="2302" actId="20577"/>
          <ac:spMkLst>
            <pc:docMk/>
            <pc:sldMk cId="3221296733" sldId="272"/>
            <ac:spMk id="2" creationId="{05B22170-A465-39CF-40FD-4C6B358124AE}"/>
          </ac:spMkLst>
        </pc:spChg>
        <pc:picChg chg="add mod">
          <ac:chgData name="Praneeth Reddy" userId="3ba44553f756c6fa" providerId="LiveId" clId="{2ED87C39-E66C-478A-9D3E-4ED31E503A6F}" dt="2024-08-08T10:43:24.627" v="2177" actId="14100"/>
          <ac:picMkLst>
            <pc:docMk/>
            <pc:sldMk cId="3221296733" sldId="272"/>
            <ac:picMk id="4" creationId="{166AD6B2-1409-4F13-49BF-95475302B198}"/>
          </ac:picMkLst>
        </pc:picChg>
        <pc:picChg chg="add mod">
          <ac:chgData name="Praneeth Reddy" userId="3ba44553f756c6fa" providerId="LiveId" clId="{2ED87C39-E66C-478A-9D3E-4ED31E503A6F}" dt="2024-08-08T10:44:00.929" v="2182" actId="1076"/>
          <ac:picMkLst>
            <pc:docMk/>
            <pc:sldMk cId="3221296733" sldId="272"/>
            <ac:picMk id="6" creationId="{6670CA5A-3335-C4A3-58E3-7115656E8A6B}"/>
          </ac:picMkLst>
        </pc:picChg>
      </pc:sldChg>
      <pc:sldMasterChg chg="delSldLayout">
        <pc:chgData name="Praneeth Reddy" userId="3ba44553f756c6fa" providerId="LiveId" clId="{2ED87C39-E66C-478A-9D3E-4ED31E503A6F}" dt="2024-08-08T10:41:06.067" v="2025" actId="47"/>
        <pc:sldMasterMkLst>
          <pc:docMk/>
          <pc:sldMasterMk cId="0" sldId="2147483648"/>
        </pc:sldMasterMkLst>
        <pc:sldLayoutChg chg="del">
          <pc:chgData name="Praneeth Reddy" userId="3ba44553f756c6fa" providerId="LiveId" clId="{2ED87C39-E66C-478A-9D3E-4ED31E503A6F}" dt="2024-08-02T11:44:14.333" v="1733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Praneeth Reddy" userId="3ba44553f756c6fa" providerId="LiveId" clId="{2ED87C39-E66C-478A-9D3E-4ED31E503A6F}" dt="2024-08-08T10:41:06.067" v="2025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9728"/>
            <a:ext cx="12190815" cy="67482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A80B09-5689-1D44-7A5E-60EC1AB178C3}"/>
              </a:ext>
            </a:extLst>
          </p:cNvPr>
          <p:cNvSpPr txBox="1"/>
          <p:nvPr/>
        </p:nvSpPr>
        <p:spPr>
          <a:xfrm>
            <a:off x="3176833" y="3864990"/>
            <a:ext cx="6183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 on Rental Properties </a:t>
            </a:r>
          </a:p>
          <a:p>
            <a:endParaRPr lang="en-US" sz="20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1" y="1299172"/>
            <a:ext cx="10480085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 have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Pursed my Master’s in Data Science at Essex University, Colchester, UK.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 have successfully completed 3 months of Internship from Myupdate24.</a:t>
            </a:r>
          </a:p>
          <a:p>
            <a:pPr marL="28575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As a Data Analyst with hands-on experience in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Internship, I have implemented technique like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data cleaning, analysis, and visualization. Strong proficiency in SQL, Python, Excel, and Power BI to extract insights, build dashboards, and support data-driven decision-making. Adept at translating complex data into clear business insights.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</a:p>
          <a:p>
            <a:pPr marL="28575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Also looking forward to learn more in the field of Data Science and Agentic AI.</a:t>
            </a:r>
          </a:p>
          <a:p>
            <a:pPr marL="28575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Looking of opportunities where I can implement my skills.</a:t>
            </a:r>
          </a:p>
          <a:p>
            <a:pPr marL="285750" indent="-285750">
              <a:buClr>
                <a:schemeClr val="dk1"/>
              </a:buClr>
              <a:buSzPts val="1800"/>
              <a:buFont typeface="Arial"/>
              <a:buChar char="•"/>
            </a:pPr>
            <a:endParaRPr sz="18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3AB6-15C4-6BFD-8567-C1D75DF0A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864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data and web scraping details</a:t>
            </a:r>
            <a:endParaRPr lang="en-IN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99D80-E4F7-72F1-F7F8-76132A97C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2000" b="1" dirty="0"/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1800" dirty="0"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Analysis</a:t>
            </a:r>
            <a:r>
              <a:rPr lang="en-US" sz="18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 Rented </a:t>
            </a:r>
            <a:r>
              <a:rPr lang="en-US" sz="1800" dirty="0"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8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roperties in 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 Major Indian Metros (</a:t>
            </a:r>
            <a:r>
              <a:rPr lang="en-GB" sz="1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Bangalore, Chennai, Hyderabad, Mumbai, and Pune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details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800" dirty="0"/>
              <a:t>Conducted analysis of </a:t>
            </a:r>
            <a:r>
              <a:rPr lang="en-US" sz="1800" b="1" dirty="0"/>
              <a:t>rented properties</a:t>
            </a:r>
            <a:r>
              <a:rPr lang="en-US" sz="1800" dirty="0"/>
              <a:t> using data scraped from the </a:t>
            </a:r>
            <a:r>
              <a:rPr lang="en-US" sz="1800" b="1" dirty="0"/>
              <a:t>MagicBricks</a:t>
            </a:r>
            <a:r>
              <a:rPr lang="en-US" sz="1800" dirty="0"/>
              <a:t> real estate website.</a:t>
            </a:r>
          </a:p>
          <a:p>
            <a:r>
              <a:rPr lang="en-US" sz="1800" dirty="0"/>
              <a:t>Used </a:t>
            </a:r>
            <a:r>
              <a:rPr lang="en-US" sz="1800" b="1" dirty="0"/>
              <a:t>Python web scraping techniques</a:t>
            </a:r>
            <a:r>
              <a:rPr lang="en-US" sz="1800" dirty="0"/>
              <a:t> with </a:t>
            </a:r>
            <a:r>
              <a:rPr lang="en-US" sz="1800" b="1" dirty="0"/>
              <a:t>BeautifulSoup</a:t>
            </a:r>
            <a:r>
              <a:rPr lang="en-US" sz="1800" dirty="0"/>
              <a:t> to extract rental listings, prices, locations, and property details.</a:t>
            </a:r>
          </a:p>
          <a:p>
            <a:r>
              <a:rPr lang="en-US" sz="1800" dirty="0"/>
              <a:t>Cleaned and structured raw HTML data into a usable dataset for analysis using Regex.</a:t>
            </a:r>
            <a:endParaRPr lang="en-US" sz="1800" b="1" dirty="0"/>
          </a:p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the Data: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collected the data of about 1233 rows and 13 columns from 5 major cities from the website.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record includes f</a:t>
            </a:r>
            <a:r>
              <a:rPr lang="en-US" sz="1800" dirty="0"/>
              <a:t>eatures: BHK, Price, Area, Furnishing, Facing, Tenant Type, and more.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28119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5BDDF-B548-E889-62AA-59D284B1E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71" y="365125"/>
            <a:ext cx="10590229" cy="1325563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                                                                    </a:t>
            </a:r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44F71-FACA-25D7-AB3F-F98167A02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Manipulation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text values: Converted price strings like '2.3 Lac' into numeric 230,000.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extraction: Isolated square footage from complex text formats.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Standardization: Cleaned neighborhood names and aligned categorical values.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Imputation: Filled missing values in 'Facing' and 'Locality' using city-specific mode frequencies.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floor number from total floors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location and area from the column</a:t>
            </a:r>
          </a:p>
        </p:txBody>
      </p:sp>
    </p:spTree>
    <p:extLst>
      <p:ext uri="{BB962C8B-B14F-4D97-AF65-F5344CB8AC3E}">
        <p14:creationId xmlns:p14="http://schemas.microsoft.com/office/powerpoint/2010/main" val="2279754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530E1-2D3F-16E7-DD54-188861D6A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C884D6-49ED-96DA-5E81-D5752C693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611" y="344774"/>
            <a:ext cx="10378815" cy="592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180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02EDA3-9FAA-7330-3EEC-9A41516C2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16" y="856371"/>
            <a:ext cx="11646568" cy="53230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6D94BE-8136-5118-4F3D-F5F3203CD858}"/>
              </a:ext>
            </a:extLst>
          </p:cNvPr>
          <p:cNvSpPr txBox="1"/>
          <p:nvPr/>
        </p:nvSpPr>
        <p:spPr>
          <a:xfrm>
            <a:off x="1316736" y="492393"/>
            <a:ext cx="10012680" cy="35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Price Distribution Comparison Analysis</a:t>
            </a:r>
          </a:p>
        </p:txBody>
      </p:sp>
    </p:spTree>
    <p:extLst>
      <p:ext uri="{BB962C8B-B14F-4D97-AF65-F5344CB8AC3E}">
        <p14:creationId xmlns:p14="http://schemas.microsoft.com/office/powerpoint/2010/main" val="1174523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A01B1F-F76B-1A15-E3F6-CE00A752A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4" y="984113"/>
            <a:ext cx="10826517" cy="52246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96E5A8-F614-EDF1-450B-BC45B27F205E}"/>
              </a:ext>
            </a:extLst>
          </p:cNvPr>
          <p:cNvSpPr txBox="1"/>
          <p:nvPr/>
        </p:nvSpPr>
        <p:spPr>
          <a:xfrm>
            <a:off x="1958340" y="123231"/>
            <a:ext cx="82753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>
              <a:spcBef>
                <a:spcPct val="0"/>
              </a:spcBef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Rental Price Distribution by City</a:t>
            </a:r>
            <a:endParaRPr lang="en-GB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0967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5BD404-51F5-7446-C659-29A166A342B5}"/>
              </a:ext>
            </a:extLst>
          </p:cNvPr>
          <p:cNvSpPr txBox="1"/>
          <p:nvPr/>
        </p:nvSpPr>
        <p:spPr>
          <a:xfrm>
            <a:off x="1115568" y="577140"/>
            <a:ext cx="10917936" cy="35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Rental Price vs Area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051B90-DABF-A3D1-3579-C593EA013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932559"/>
            <a:ext cx="11411712" cy="534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682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825732-C1CD-5B69-BDA1-76BB01942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932461"/>
            <a:ext cx="11722608" cy="49930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DE9F46-7592-AF0D-A140-90DFD2159E6F}"/>
              </a:ext>
            </a:extLst>
          </p:cNvPr>
          <p:cNvSpPr txBox="1"/>
          <p:nvPr/>
        </p:nvSpPr>
        <p:spPr>
          <a:xfrm>
            <a:off x="0" y="501405"/>
            <a:ext cx="12192000" cy="63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GB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 BHK Distribution Analysis</a:t>
            </a:r>
          </a:p>
          <a:p>
            <a:pPr algn="ctr">
              <a:lnSpc>
                <a:spcPts val="1425"/>
              </a:lnSpc>
              <a:buNone/>
            </a:pPr>
            <a:b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108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EF33CE-33B5-55EE-D839-F06634CC2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1484"/>
            <a:ext cx="12192000" cy="44950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AFE32F-A5A1-6DBF-2190-651C056560F0}"/>
              </a:ext>
            </a:extLst>
          </p:cNvPr>
          <p:cNvSpPr txBox="1"/>
          <p:nvPr/>
        </p:nvSpPr>
        <p:spPr>
          <a:xfrm>
            <a:off x="0" y="338912"/>
            <a:ext cx="12192000" cy="35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GB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Furnishing Status Analysis</a:t>
            </a:r>
          </a:p>
        </p:txBody>
      </p:sp>
    </p:spTree>
    <p:extLst>
      <p:ext uri="{BB962C8B-B14F-4D97-AF65-F5344CB8AC3E}">
        <p14:creationId xmlns:p14="http://schemas.microsoft.com/office/powerpoint/2010/main" val="372715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B382E2D-3B1E-C110-6561-B5E5EA293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9540"/>
            <a:ext cx="12192000" cy="44950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EB63C9-5499-4C8A-F6E7-A6CAD493C9AE}"/>
              </a:ext>
            </a:extLst>
          </p:cNvPr>
          <p:cNvSpPr txBox="1"/>
          <p:nvPr/>
        </p:nvSpPr>
        <p:spPr>
          <a:xfrm>
            <a:off x="283464" y="555720"/>
            <a:ext cx="12192000" cy="35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GB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Property Type Distribution Analysis</a:t>
            </a:r>
          </a:p>
        </p:txBody>
      </p:sp>
    </p:spTree>
    <p:extLst>
      <p:ext uri="{BB962C8B-B14F-4D97-AF65-F5344CB8AC3E}">
        <p14:creationId xmlns:p14="http://schemas.microsoft.com/office/powerpoint/2010/main" val="3221296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87669-5E80-7AF2-DC70-706B9C4F2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1176D6-1F76-1268-071F-42B690A0C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1510"/>
            <a:ext cx="12192000" cy="47658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8C7F18-558F-9495-6FE0-A38B7C8097FC}"/>
              </a:ext>
            </a:extLst>
          </p:cNvPr>
          <p:cNvSpPr txBox="1"/>
          <p:nvPr/>
        </p:nvSpPr>
        <p:spPr>
          <a:xfrm>
            <a:off x="137160" y="512965"/>
            <a:ext cx="12192000" cy="35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GB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Tenant Preference Analysis</a:t>
            </a:r>
          </a:p>
        </p:txBody>
      </p:sp>
    </p:spTree>
    <p:extLst>
      <p:ext uri="{BB962C8B-B14F-4D97-AF65-F5344CB8AC3E}">
        <p14:creationId xmlns:p14="http://schemas.microsoft.com/office/powerpoint/2010/main" val="1861687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E29FB8-55DB-83BB-1ED6-9F12DC4E3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261872"/>
            <a:ext cx="11658600" cy="48646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528CCC-34F3-C5E9-FD9A-B49541A45E72}"/>
              </a:ext>
            </a:extLst>
          </p:cNvPr>
          <p:cNvSpPr txBox="1"/>
          <p:nvPr/>
        </p:nvSpPr>
        <p:spPr>
          <a:xfrm>
            <a:off x="47244" y="553811"/>
            <a:ext cx="12097512" cy="3554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lnSpc>
                <a:spcPts val="1425"/>
              </a:lnSpc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Property Facing Direction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30551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6B235E-2E7F-0333-761F-7361E78CE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188720"/>
            <a:ext cx="11585448" cy="50612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1C890C-C70B-F2BD-2119-BB07C0BB8157}"/>
              </a:ext>
            </a:extLst>
          </p:cNvPr>
          <p:cNvSpPr txBox="1"/>
          <p:nvPr/>
        </p:nvSpPr>
        <p:spPr>
          <a:xfrm>
            <a:off x="0" y="608655"/>
            <a:ext cx="12192000" cy="3554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ts val="1425"/>
              </a:lnSpc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Average Rental Price Heatmap (BHK vs City)</a:t>
            </a:r>
          </a:p>
        </p:txBody>
      </p:sp>
    </p:spTree>
    <p:extLst>
      <p:ext uri="{BB962C8B-B14F-4D97-AF65-F5344CB8AC3E}">
        <p14:creationId xmlns:p14="http://schemas.microsoft.com/office/powerpoint/2010/main" val="2796451787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04EA4F-D800-7249-B164-861777C3C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143000"/>
            <a:ext cx="11494008" cy="50765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97374E-B129-05FB-617A-D527DC6AB04C}"/>
              </a:ext>
            </a:extLst>
          </p:cNvPr>
          <p:cNvSpPr txBox="1"/>
          <p:nvPr/>
        </p:nvSpPr>
        <p:spPr>
          <a:xfrm>
            <a:off x="0" y="531374"/>
            <a:ext cx="12192000" cy="63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GB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Bathroom and Balcony Analysis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123906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64C5BA-2AD4-4DD0-44DC-56570D03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58" y="358872"/>
            <a:ext cx="11570850" cy="591157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8F8846-E471-3DAF-29D0-6BFD15651BAB}"/>
              </a:ext>
            </a:extLst>
          </p:cNvPr>
          <p:cNvSpPr txBox="1"/>
          <p:nvPr/>
        </p:nvSpPr>
        <p:spPr>
          <a:xfrm>
            <a:off x="0" y="134864"/>
            <a:ext cx="12192000" cy="27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sz="1600" b="1" dirty="0">
                <a:solidFill>
                  <a:schemeClr val="tx1"/>
                </a:solidFill>
                <a:effectLst/>
                <a:latin typeface="+mn-lt"/>
              </a:rPr>
              <a:t>Top 5 Least &amp; Most Expensive Locations (Avg Price) – City Wise</a:t>
            </a:r>
            <a:endParaRPr lang="en-US" sz="1600" b="0" dirty="0"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41382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CEA695-342F-9F6E-4F75-7BDFAE758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41" y="909822"/>
            <a:ext cx="10826517" cy="53309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DF8A08-61AF-EAAE-9C30-B276EB11A1E9}"/>
              </a:ext>
            </a:extLst>
          </p:cNvPr>
          <p:cNvSpPr txBox="1"/>
          <p:nvPr/>
        </p:nvSpPr>
        <p:spPr>
          <a:xfrm>
            <a:off x="73152" y="570081"/>
            <a:ext cx="12118848" cy="679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GB" sz="3200" b="1" dirty="0">
                <a:solidFill>
                  <a:schemeClr val="tx1"/>
                </a:solidFill>
                <a:effectLst/>
                <a:latin typeface="+mj-lt"/>
              </a:rPr>
              <a:t> Property Availability Status Analysis</a:t>
            </a:r>
            <a:endParaRPr lang="en-GB" sz="3200" b="0" dirty="0">
              <a:solidFill>
                <a:schemeClr val="tx1"/>
              </a:solidFill>
              <a:effectLst/>
              <a:latin typeface="+mj-lt"/>
            </a:endParaRPr>
          </a:p>
          <a:p>
            <a:pPr algn="ctr">
              <a:lnSpc>
                <a:spcPts val="1425"/>
              </a:lnSpc>
              <a:buNone/>
            </a:pPr>
            <a:br>
              <a:rPr lang="en-GB" sz="3200" b="0" dirty="0">
                <a:solidFill>
                  <a:schemeClr val="tx1"/>
                </a:solidFill>
                <a:effectLst/>
                <a:latin typeface="+mj-lt"/>
              </a:rPr>
            </a:br>
            <a:endParaRPr lang="en-GB" sz="3200" b="0" dirty="0"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23457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28178-C979-340A-D379-78B71FA61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" y="1364364"/>
            <a:ext cx="12109704" cy="44950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2CA065-443F-EC3E-72F3-1ABC6BA890DD}"/>
              </a:ext>
            </a:extLst>
          </p:cNvPr>
          <p:cNvSpPr txBox="1"/>
          <p:nvPr/>
        </p:nvSpPr>
        <p:spPr>
          <a:xfrm>
            <a:off x="158496" y="366381"/>
            <a:ext cx="12033504" cy="63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200" b="1" dirty="0">
                <a:solidFill>
                  <a:schemeClr val="tx1"/>
                </a:solidFill>
                <a:latin typeface="+mj-lt"/>
              </a:rPr>
              <a:t>Price per Square Foot Analysis</a:t>
            </a:r>
          </a:p>
          <a:p>
            <a:pPr algn="ctr"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215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939D-7835-4D4B-42C8-27566F4A0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                                                                                   </a:t>
            </a: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FEA5E-0F83-6466-A021-7BC90D13B3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4667" y="594360"/>
            <a:ext cx="10515600" cy="7565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>
              <a:spcAft>
                <a:spcPts val="1200"/>
              </a:spcAft>
              <a:defRPr sz="1800" b="1"/>
            </a:pPr>
            <a:endParaRPr sz="1400" dirty="0"/>
          </a:p>
          <a:p>
            <a:pPr marL="108000">
              <a:spcAft>
                <a:spcPts val="1200"/>
              </a:spcAft>
              <a:defRPr sz="1800" b="1"/>
            </a:pPr>
            <a:r>
              <a:rPr sz="1600" dirty="0"/>
              <a:t>🏆 Most Expensive City: Mumbai (₹82,709 avg)</a:t>
            </a:r>
          </a:p>
          <a:p>
            <a:pPr marL="108000">
              <a:spcAft>
                <a:spcPts val="1200"/>
              </a:spcAft>
              <a:defRPr sz="1800" b="1"/>
            </a:pPr>
            <a:r>
              <a:rPr sz="1600" dirty="0"/>
              <a:t>💰 Most Affordable City: Pune (₹39,082 avg)</a:t>
            </a:r>
          </a:p>
          <a:p>
            <a:pPr marL="108000">
              <a:spcAft>
                <a:spcPts val="1200"/>
              </a:spcAft>
              <a:defRPr sz="1800" b="1"/>
            </a:pPr>
            <a:r>
              <a:rPr sz="1600" dirty="0"/>
              <a:t>🏠 Most Popular Configuration: 3 BHK (589 properties)</a:t>
            </a:r>
          </a:p>
          <a:p>
            <a:pPr marL="108000">
              <a:spcAft>
                <a:spcPts val="1200"/>
              </a:spcAft>
              <a:defRPr sz="1800" b="1"/>
            </a:pPr>
            <a:r>
              <a:rPr sz="1600" dirty="0"/>
              <a:t>🛋️ Preferred Furnishing: Semi-Furnished (755 properties)</a:t>
            </a:r>
          </a:p>
          <a:p>
            <a:pPr marL="108000">
              <a:spcAft>
                <a:spcPts val="1200"/>
              </a:spcAft>
              <a:defRPr sz="1800" b="1"/>
            </a:pPr>
            <a:r>
              <a:rPr sz="1600" dirty="0"/>
              <a:t>📊 Average Price per </a:t>
            </a:r>
            <a:r>
              <a:rPr sz="1600" dirty="0" err="1"/>
              <a:t>Sqft</a:t>
            </a:r>
            <a:r>
              <a:rPr sz="1600" dirty="0"/>
              <a:t>: ₹49.80</a:t>
            </a:r>
          </a:p>
          <a:p>
            <a:pPr marL="108000">
              <a:spcAft>
                <a:spcPts val="1200"/>
              </a:spcAft>
              <a:defRPr sz="1800" b="1"/>
            </a:pPr>
            <a:r>
              <a:rPr sz="1600" dirty="0"/>
              <a:t>👥 Tenant Preference: Bachelors/Family is most common</a:t>
            </a:r>
          </a:p>
          <a:p>
            <a:pPr marL="108000">
              <a:spcAft>
                <a:spcPts val="1200"/>
              </a:spcAft>
              <a:defRPr sz="1800" b="1"/>
            </a:pPr>
            <a:r>
              <a:rPr sz="1600" dirty="0"/>
              <a:t>🏢 Property Type: Flat dominates the market (1058 properties)</a:t>
            </a:r>
            <a:endParaRPr lang="en-US" sz="1600" dirty="0"/>
          </a:p>
          <a:p>
            <a:pPr marL="108000">
              <a:spcAft>
                <a:spcPts val="1200"/>
              </a:spcAft>
              <a:defRPr sz="1800" b="1"/>
            </a:pPr>
            <a:r>
              <a:rPr lang="en-US" sz="1600" dirty="0"/>
              <a:t>Strong correlation between area, BHK, and rental price</a:t>
            </a:r>
          </a:p>
          <a:p>
            <a:pPr marL="108000">
              <a:spcAft>
                <a:spcPts val="1200"/>
              </a:spcAft>
              <a:defRPr sz="1800" b="1"/>
            </a:pPr>
            <a:r>
              <a:rPr lang="en-US" sz="1600" dirty="0"/>
              <a:t>Significant price variations observed between cities and configurations</a:t>
            </a:r>
          </a:p>
          <a:p>
            <a:pPr marL="108000">
              <a:spcAft>
                <a:spcPts val="1200"/>
              </a:spcAft>
              <a:defRPr sz="1800" b="1"/>
            </a:pPr>
            <a:r>
              <a:rPr lang="en-US" sz="1600" dirty="0"/>
              <a:t>Market shows clear preferences for certain furnishing types</a:t>
            </a:r>
          </a:p>
          <a:p>
            <a:pPr marL="108000">
              <a:spcAft>
                <a:spcPts val="1200"/>
              </a:spcAft>
              <a:defRPr sz="1800" b="1"/>
            </a:pPr>
            <a:r>
              <a:rPr lang="en-US" sz="1600" dirty="0"/>
              <a:t>Data-driven insights can help both landlords and tenants make informed decisions</a:t>
            </a:r>
          </a:p>
          <a:p>
            <a:pPr marL="108000">
              <a:spcAft>
                <a:spcPts val="1200"/>
              </a:spcAft>
              <a:defRPr sz="1800" b="1"/>
            </a:pPr>
            <a:endParaRPr lang="en-US" sz="1600" dirty="0"/>
          </a:p>
          <a:p>
            <a:pPr marL="108000">
              <a:spcAft>
                <a:spcPts val="1200"/>
              </a:spcAft>
              <a:defRPr sz="1800" b="1"/>
            </a:pPr>
            <a:endParaRPr lang="en-US" sz="1400" dirty="0"/>
          </a:p>
          <a:p>
            <a:pPr marL="108000">
              <a:spcAft>
                <a:spcPts val="1200"/>
              </a:spcAft>
              <a:defRPr sz="1800" b="1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82021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2FBE7-F43D-C2BE-42F7-9B4DAC3D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                                                                             </a:t>
            </a: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endParaRPr lang="en-IN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47E59-394D-A7E0-B0C9-18BFDF81641E}"/>
              </a:ext>
            </a:extLst>
          </p:cNvPr>
          <p:cNvSpPr txBox="1"/>
          <p:nvPr/>
        </p:nvSpPr>
        <p:spPr>
          <a:xfrm>
            <a:off x="0" y="2088679"/>
            <a:ext cx="122210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 this project analyzed rental housing trends across five major Indian cities by scraping and cleaning 1,200+ property listings from </a:t>
            </a:r>
            <a:r>
              <a:rPr lang="en-US" sz="2400" dirty="0" err="1"/>
              <a:t>MagicBricks</a:t>
            </a:r>
            <a:r>
              <a:rPr lang="en-US" sz="2400" dirty="0"/>
              <a:t> using Python. After transforming messy text data into structured numeric form, exploratory analysis revealed key insights like price–area correlation, city-wise rental differences, and furnishing premiums. Visualizations showed that BHK and bathroom count strongly influence rent. Overall, it demonstrated the full data science workflow from data collection to insight generation.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884200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EEA87-0024-49E1-64C8-CE80C098B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33" y="798758"/>
            <a:ext cx="11481846" cy="4357704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Q&amp;A</a:t>
            </a:r>
            <a:endParaRPr lang="en-IN" sz="5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116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2041</TotalTime>
  <Words>603</Words>
  <Application>Microsoft Office PowerPoint</Application>
  <PresentationFormat>Widescreen</PresentationFormat>
  <Paragraphs>59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Times New Roman</vt:lpstr>
      <vt:lpstr>Consolas</vt:lpstr>
      <vt:lpstr>Lato Black</vt:lpstr>
      <vt:lpstr>Libre Baskerville</vt:lpstr>
      <vt:lpstr>Calibri</vt:lpstr>
      <vt:lpstr>Office Theme</vt:lpstr>
      <vt:lpstr>PowerPoint Presentation</vt:lpstr>
      <vt:lpstr>PowerPoint Presentation</vt:lpstr>
      <vt:lpstr>Objective of the data and web scraping details</vt:lpstr>
      <vt:lpstr>                                                                    Exploratory Data Analysis: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                         Conclusion</vt:lpstr>
      <vt:lpstr>                                                                             Experience</vt:lpstr>
      <vt:lpstr>                                Q&amp;A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KUNAL SOLANKI</cp:lastModifiedBy>
  <cp:revision>7</cp:revision>
  <dcterms:created xsi:type="dcterms:W3CDTF">2021-02-16T05:19:01Z</dcterms:created>
  <dcterms:modified xsi:type="dcterms:W3CDTF">2026-02-16T14:55:44Z</dcterms:modified>
</cp:coreProperties>
</file>