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MagicBricks Real Estate Market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EDA &amp; Visualization of Indian Metro Rentals</a:t>
            </a:r>
          </a:p>
          <a:p>
            <a:r>
              <a:t>Presented by Kunal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rental market trends in 5 major Indian metros: Bangalore, Chennai, Hyderabad, Mumbai, and Pune.</a:t>
            </a:r>
          </a:p>
          <a:p>
            <a:pPr/>
            <a:r>
              <a:t>Comprehensive study from automated data collection to visual storytelling.</a:t>
            </a:r>
          </a:p>
          <a:p>
            <a:pPr/>
            <a:r>
              <a:t>Identify key drivers of rental pricing and available property configurations.</a:t>
            </a:r>
          </a:p>
          <a:p>
            <a:pPr/>
            <a:r>
              <a:t>Uncover regional differences in housing supply and demand.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Acquisition (Web Scraping)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MagicBricks Property for Rent section.</a:t>
            </a:r>
          </a:p>
          <a:p>
            <a:pPr/>
            <a:r>
              <a:t>Tool: Python with BeautifulSoup and Requests libraries.</a:t>
            </a:r>
          </a:p>
          <a:p>
            <a:pPr/>
            <a:r>
              <a:t>Strategy: Iterative page-wise extraction to ensure broad city coverage.</a:t>
            </a:r>
          </a:p>
          <a:p>
            <a:pPr/>
            <a:r>
              <a:t>Extracted Features: BHK, Price, Area, Furnishing, Facing, Tenant Type, and more.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Standardized text values: Converted price strings like '2.3 Lac' into numeric 230,000.</a:t>
            </a:r>
          </a:p>
          <a:p>
            <a:pPr/>
            <a:r>
              <a:t>Regex extraction: Isolated square footage from complex text formats.</a:t>
            </a:r>
          </a:p>
          <a:p>
            <a:pPr/>
            <a:r>
              <a:t>Standardization: Cleaned neighborhood names and aligned categorical values.</a:t>
            </a:r>
          </a:p>
          <a:p>
            <a:pPr/>
            <a:r>
              <a:t>Imputation: Filled missing values in 'Facing' and 'Locality' using city-specific mode frequencies.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Rental Price Distribution by 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1_rental_price_by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356644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Bangalore and Mumbai show the highest variability and median rents compared to other metros.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vs Area Correlation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4_price_vs_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325853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Clear positive correlation across all cities; however, Mumbai properties command higher prices for smaller footprints.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Furnishing Status &amp;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5_furnishing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16069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Semi-furnished properties dominate the market, while fully furnished units often represent a premium or niche segment.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Supply by Property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6_property_typ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16069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Urban apartments (Flats) represent over 85% of listings, followed by independent houses and luxury villas.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Tenant Preference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7_tenant_p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52656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High market inclusivity: Over 50% of listings are open to both Bachelors and Families.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Vastu Influence: Facing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8_property_fa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338043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Significant skew toward East-facing properties, reflecting deep cultural demand for Vastu-compliant homes.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Rent: BHK vs City Heatmap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9_pric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933165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Mumbai's 4 BHK segment reaches highest average rents, while Hyderabad remains the most affordable.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of Bathrooms &amp; Balconies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10_bathroom_balcon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97984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Bathroom count is a stronger driver of price than balcony count, scaling directly with BHK configuration.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Most Expensive Neighborhoods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11_top_lo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227142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Lower Parel and Dadar (Mumbai) lead as the most expensive rental pockets.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Mumbai Premium: Price per Sqft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14_price_per_sq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16069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Mumbai's rate per sqft (₹98) is roughly triple that of Hyderabad (₹30), indicating extreme density demand.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Market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Mumbai and Bangalore emerge as the premium markets with highest rent per square foot.</a:t>
            </a:r>
          </a:p>
          <a:p>
            <a:pPr/>
            <a:r>
              <a:t>Urban living is highly standardized with 2-3 BHK configurations dominating supply.</a:t>
            </a:r>
          </a:p>
          <a:p>
            <a:pPr/>
            <a:r>
              <a:t>Cultural preferences (Vastu-facing) significantly shape the available housing inventory.</a:t>
            </a:r>
          </a:p>
          <a:p>
            <a:pPr/>
            <a:r>
              <a:t>Market liquidity is high, with the vast majority of units ready for immediate possession.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